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26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256" r:id="rId5"/>
    <p:sldId id="257" r:id="rId6"/>
    <p:sldId id="258" r:id="rId7"/>
    <p:sldId id="259" r:id="rId8"/>
    <p:sldId id="260" r:id="rId9"/>
    <p:sldId id="288" r:id="rId10"/>
    <p:sldId id="290" r:id="rId11"/>
    <p:sldId id="292" r:id="rId12"/>
    <p:sldId id="293" r:id="rId13"/>
    <p:sldId id="289" r:id="rId14"/>
    <p:sldId id="287" r:id="rId15"/>
    <p:sldId id="262" r:id="rId16"/>
    <p:sldId id="263" r:id="rId17"/>
    <p:sldId id="264" r:id="rId18"/>
    <p:sldId id="295" r:id="rId19"/>
    <p:sldId id="296" r:id="rId20"/>
    <p:sldId id="265" r:id="rId21"/>
    <p:sldId id="266" r:id="rId22"/>
    <p:sldId id="268" r:id="rId23"/>
    <p:sldId id="269" r:id="rId24"/>
    <p:sldId id="271" r:id="rId25"/>
    <p:sldId id="273" r:id="rId26"/>
    <p:sldId id="275" r:id="rId27"/>
    <p:sldId id="277" r:id="rId28"/>
    <p:sldId id="280" r:id="rId31"/>
    <p:sldId id="286" r:id="rId30"/>
    <p:sldId id="281" r:id="rId32"/>
    <p:sldId id="282" r:id="rId33"/>
    <p:sldId id="283" r:id="rId34"/>
    <p:sldId id="284" r:id="rId35"/>
  </p:sldIdLst>
  <p:sldSz cx="18288000" cy="10287000"/>
  <p:notesSz cx="6735763" cy="9866313"/>
  <p:embeddedFontLst>
    <p:embeddedFont>
      <p:font typeface="Noto Sans" panose="020B0502040504020204" pitchFamily="34" charset="0"/>
      <p:regular r:id="rId38"/>
      <p:bold r:id="rId39"/>
      <p:italic r:id="rId40"/>
      <p:boldItalic r:id="rId41"/>
    </p:embeddedFont>
    <p:embeddedFont>
      <p:font typeface="Noto Sans Bold" panose="020B0802040504020204" charset="0"/>
      <p:regular r:id="rId42"/>
      <p:bold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9D8D"/>
    <a:srgbClr val="D5F9D3"/>
    <a:srgbClr val="EB6262"/>
    <a:srgbClr val="E6E5E7"/>
    <a:srgbClr val="DBDBDB"/>
    <a:srgbClr val="CBC8C8"/>
    <a:srgbClr val="E5A2A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i SOURIGNANH" userId="d7931fb4-da76-4195-9826-5126d4bf310f" providerId="ADAL" clId="{2B2D007B-6D47-4765-BFBC-E1764287D388}"/>
    <pc:docChg chg="modSld">
      <pc:chgData name="Mei SOURIGNANH" userId="d7931fb4-da76-4195-9826-5126d4bf310f" providerId="ADAL" clId="{2B2D007B-6D47-4765-BFBC-E1764287D388}" dt="2026-08-07T12:16:26.756" v="12" actId="14734"/>
      <pc:docMkLst>
        <pc:docMk/>
      </pc:docMkLst>
      <pc:sldChg chg="modSp mod">
        <pc:chgData name="Mei SOURIGNANH" userId="d7931fb4-da76-4195-9826-5126d4bf310f" providerId="ADAL" clId="{2B2D007B-6D47-4765-BFBC-E1764287D388}" dt="2026-08-07T12:11:05.433" v="0" actId="20577"/>
        <pc:sldMkLst>
          <pc:docMk/>
          <pc:sldMk cId="0" sldId="259"/>
        </pc:sldMkLst>
        <pc:spChg chg="mod">
          <ac:chgData name="Mei SOURIGNANH" userId="d7931fb4-da76-4195-9826-5126d4bf310f" providerId="ADAL" clId="{2B2D007B-6D47-4765-BFBC-E1764287D388}" dt="2026-08-07T12:11:05.433" v="0" actId="20577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3:22.577" v="11" actId="20577"/>
        <pc:sldMkLst>
          <pc:docMk/>
          <pc:sldMk cId="0" sldId="263"/>
        </pc:sldMkLst>
        <pc:spChg chg="mod">
          <ac:chgData name="Mei SOURIGNANH" userId="d7931fb4-da76-4195-9826-5126d4bf310f" providerId="ADAL" clId="{2B2D007B-6D47-4765-BFBC-E1764287D388}" dt="2026-08-07T12:13:22.577" v="11" actId="20577"/>
          <ac:spMkLst>
            <pc:docMk/>
            <pc:sldMk cId="0" sldId="263"/>
            <ac:spMk id="6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2:16.593" v="1" actId="20577"/>
        <pc:sldMkLst>
          <pc:docMk/>
          <pc:sldMk cId="0" sldId="280"/>
        </pc:sldMkLst>
        <pc:spChg chg="mod">
          <ac:chgData name="Mei SOURIGNANH" userId="d7931fb4-da76-4195-9826-5126d4bf310f" providerId="ADAL" clId="{2B2D007B-6D47-4765-BFBC-E1764287D388}" dt="2026-08-07T12:12:16.593" v="1" actId="20577"/>
          <ac:spMkLst>
            <pc:docMk/>
            <pc:sldMk cId="0" sldId="280"/>
            <ac:spMk id="8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6:26.756" v="12" actId="14734"/>
        <pc:sldMkLst>
          <pc:docMk/>
          <pc:sldMk cId="0" sldId="286"/>
        </pc:sldMkLst>
        <pc:graphicFrameChg chg="modGraphic">
          <ac:chgData name="Mei SOURIGNANH" userId="d7931fb4-da76-4195-9826-5126d4bf310f" providerId="ADAL" clId="{2B2D007B-6D47-4765-BFBC-E1764287D388}" dt="2026-08-07T12:16:26.756" v="12" actId="14734"/>
          <ac:graphicFrameMkLst>
            <pc:docMk/>
            <pc:sldMk cId="0" sldId="286"/>
            <ac:graphicFrameMk id="213" creationId="{23D1523C-3632-499B-9DE6-233C6AF525B6}"/>
          </ac:graphicFrameMkLst>
        </pc:graphicFrameChg>
      </pc:sldChg>
    </pc:docChg>
  </pc:docChgLst>
  <pc:docChgLst>
    <pc:chgData name="Betty DIOP" userId="aa4a78fb-22c4-4daf-bce9-1b0f3f9a37fd" providerId="ADAL" clId="{A5036A50-14D3-47D5-8217-B54747B39B93}"/>
    <pc:docChg chg="undo redo custSel addSld delSld modSld">
      <pc:chgData name="Betty DIOP" userId="aa4a78fb-22c4-4daf-bce9-1b0f3f9a37fd" providerId="ADAL" clId="{A5036A50-14D3-47D5-8217-B54747B39B93}" dt="2026-08-24T07:48:56.810" v="1871" actId="14100"/>
      <pc:docMkLst>
        <pc:docMk/>
      </pc:docMkLst>
      <pc:sldChg chg="modSp mod">
        <pc:chgData name="Betty DIOP" userId="aa4a78fb-22c4-4daf-bce9-1b0f3f9a37fd" providerId="ADAL" clId="{A5036A50-14D3-47D5-8217-B54747B39B93}" dt="2026-08-24T07:48:56.810" v="1871" actId="14100"/>
        <pc:sldMkLst>
          <pc:docMk/>
          <pc:sldMk cId="0" sldId="256"/>
        </pc:sldMkLst>
        <pc:spChg chg="mod">
          <ac:chgData name="Betty DIOP" userId="aa4a78fb-22c4-4daf-bce9-1b0f3f9a37fd" providerId="ADAL" clId="{A5036A50-14D3-47D5-8217-B54747B39B93}" dt="2026-08-24T07:47:02.625" v="186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5:50.214" v="958" actId="207"/>
          <ac:spMkLst>
            <pc:docMk/>
            <pc:sldMk cId="0" sldId="256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6:15.188" v="959" actId="768"/>
          <ac:spMkLst>
            <pc:docMk/>
            <pc:sldMk cId="0" sldId="256"/>
            <ac:spMk id="13" creationId="{00000000-0000-0000-0000-000000000000}"/>
          </ac:spMkLst>
        </pc:spChg>
        <pc:grpChg chg="mod">
          <ac:chgData name="Betty DIOP" userId="aa4a78fb-22c4-4daf-bce9-1b0f3f9a37fd" providerId="ADAL" clId="{A5036A50-14D3-47D5-8217-B54747B39B93}" dt="2026-08-24T07:48:56.810" v="1871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delSp modSp mod">
        <pc:chgData name="Betty DIOP" userId="aa4a78fb-22c4-4daf-bce9-1b0f3f9a37fd" providerId="ADAL" clId="{A5036A50-14D3-47D5-8217-B54747B39B93}" dt="2026-08-06T07:27:06.810" v="969" actId="1076"/>
        <pc:sldMkLst>
          <pc:docMk/>
          <pc:sldMk cId="0" sldId="257"/>
        </pc:sldMkLst>
        <pc:spChg chg="mod">
          <ac:chgData name="Betty DIOP" userId="aa4a78fb-22c4-4daf-bce9-1b0f3f9a37fd" providerId="ADAL" clId="{A5036A50-14D3-47D5-8217-B54747B39B93}" dt="2026-08-06T07:26:51.400" v="965" actId="1076"/>
          <ac:spMkLst>
            <pc:docMk/>
            <pc:sldMk cId="0" sldId="257"/>
            <ac:spMk id="22" creationId="{00000000-0000-0000-0000-000000000000}"/>
          </ac:spMkLst>
        </pc:spChg>
        <pc:grpChg chg="mod topLvl">
          <ac:chgData name="Betty DIOP" userId="aa4a78fb-22c4-4daf-bce9-1b0f3f9a37fd" providerId="ADAL" clId="{A5036A50-14D3-47D5-8217-B54747B39B93}" dt="2026-08-06T07:27:06.810" v="969" actId="1076"/>
          <ac:grpSpMkLst>
            <pc:docMk/>
            <pc:sldMk cId="0" sldId="257"/>
            <ac:grpSpMk id="21" creationId="{00000000-0000-0000-0000-000000000000}"/>
          </ac:grpSpMkLst>
        </pc:grpChg>
        <pc:picChg chg="mod">
          <ac:chgData name="Betty DIOP" userId="aa4a78fb-22c4-4daf-bce9-1b0f3f9a37fd" providerId="ADAL" clId="{A5036A50-14D3-47D5-8217-B54747B39B93}" dt="2026-08-06T07:27:03.733" v="968" actId="1076"/>
          <ac:picMkLst>
            <pc:docMk/>
            <pc:sldMk cId="0" sldId="257"/>
            <ac:picMk id="29" creationId="{7086BAA0-3209-D29F-05A1-AE54D6E39712}"/>
          </ac:picMkLst>
        </pc:picChg>
      </pc:sldChg>
      <pc:sldChg chg="delSp modSp mod">
        <pc:chgData name="Betty DIOP" userId="aa4a78fb-22c4-4daf-bce9-1b0f3f9a37fd" providerId="ADAL" clId="{A5036A50-14D3-47D5-8217-B54747B39B93}" dt="2026-08-07T12:10:54.016" v="1836" actId="20577"/>
        <pc:sldMkLst>
          <pc:docMk/>
          <pc:sldMk cId="0" sldId="258"/>
        </pc:sldMkLst>
        <pc:spChg chg="mod">
          <ac:chgData name="Betty DIOP" userId="aa4a78fb-22c4-4daf-bce9-1b0f3f9a37fd" providerId="ADAL" clId="{A5036A50-14D3-47D5-8217-B54747B39B93}" dt="2026-08-07T12:10:54.016" v="1836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20.920" v="970" actId="207"/>
          <ac:spMkLst>
            <pc:docMk/>
            <pc:sldMk cId="0" sldId="258"/>
            <ac:spMk id="27" creationId="{00000000-0000-0000-0000-000000000000}"/>
          </ac:spMkLst>
        </pc:spChg>
        <pc:grpChg chg="mod topLvl">
          <ac:chgData name="Betty DIOP" userId="aa4a78fb-22c4-4daf-bce9-1b0f3f9a37fd" providerId="ADAL" clId="{A5036A50-14D3-47D5-8217-B54747B39B93}" dt="2026-08-06T07:27:28.758" v="973" actId="1076"/>
          <ac:grpSpMkLst>
            <pc:docMk/>
            <pc:sldMk cId="0" sldId="258"/>
            <ac:grpSpMk id="26" creationId="{00000000-0000-0000-0000-000000000000}"/>
          </ac:grpSpMkLst>
        </pc:grpChg>
      </pc:sldChg>
      <pc:sldChg chg="delSp modSp mod">
        <pc:chgData name="Betty DIOP" userId="aa4a78fb-22c4-4daf-bce9-1b0f3f9a37fd" providerId="ADAL" clId="{A5036A50-14D3-47D5-8217-B54747B39B93}" dt="2026-08-06T07:28:37.073" v="982" actId="20577"/>
        <pc:sldMkLst>
          <pc:docMk/>
          <pc:sldMk cId="0" sldId="259"/>
        </pc:sldMkLst>
        <pc:spChg chg="mod">
          <ac:chgData name="Betty DIOP" userId="aa4a78fb-22c4-4daf-bce9-1b0f3f9a37fd" providerId="ADAL" clId="{A5036A50-14D3-47D5-8217-B54747B39B93}" dt="2026-08-06T07:28:37.073" v="982" actId="20577"/>
          <ac:spMkLst>
            <pc:docMk/>
            <pc:sldMk cId="0" sldId="259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54.868" v="979" actId="207"/>
          <ac:spMkLst>
            <pc:docMk/>
            <pc:sldMk cId="0" sldId="259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34.670" v="974" actId="207"/>
          <ac:spMkLst>
            <pc:docMk/>
            <pc:sldMk cId="0" sldId="259"/>
            <ac:spMk id="12" creationId="{00000000-0000-0000-0000-000000000000}"/>
          </ac:spMkLst>
        </pc:spChg>
        <pc:grpChg chg="topLvl">
          <ac:chgData name="Betty DIOP" userId="aa4a78fb-22c4-4daf-bce9-1b0f3f9a37fd" providerId="ADAL" clId="{A5036A50-14D3-47D5-8217-B54747B39B93}" dt="2026-08-06T07:27:38.253" v="976" actId="478"/>
          <ac:grpSpMkLst>
            <pc:docMk/>
            <pc:sldMk cId="0" sldId="259"/>
            <ac:grpSpMk id="11" creationId="{00000000-0000-0000-0000-000000000000}"/>
          </ac:grpSpMkLst>
        </pc:grpChg>
      </pc:sldChg>
      <pc:sldChg chg="addSp delSp modSp mod">
        <pc:chgData name="Betty DIOP" userId="aa4a78fb-22c4-4daf-bce9-1b0f3f9a37fd" providerId="ADAL" clId="{A5036A50-14D3-47D5-8217-B54747B39B93}" dt="2026-08-06T07:38:49.725" v="986" actId="207"/>
        <pc:sldMkLst>
          <pc:docMk/>
          <pc:sldMk cId="0" sldId="260"/>
        </pc:sldMkLst>
        <pc:spChg chg="mod">
          <ac:chgData name="Betty DIOP" userId="aa4a78fb-22c4-4daf-bce9-1b0f3f9a37fd" providerId="ADAL" clId="{A5036A50-14D3-47D5-8217-B54747B39B93}" dt="2026-08-06T07:38:42.785" v="985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38:28.381" v="983" actId="207"/>
          <ac:spMkLst>
            <pc:docMk/>
            <pc:sldMk cId="0" sldId="260"/>
            <ac:spMk id="11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7:38:49.725" v="986" actId="207"/>
          <ac:picMkLst>
            <pc:docMk/>
            <pc:sldMk cId="0" sldId="260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7:24:13.898" v="957" actId="22"/>
          <ac:picMkLst>
            <pc:docMk/>
            <pc:sldMk cId="0" sldId="260"/>
            <ac:picMk id="13" creationId="{27594CDA-5217-AC3E-37ED-65F6760A53E8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7:24.074" v="1098" actId="207"/>
        <pc:sldMkLst>
          <pc:docMk/>
          <pc:sldMk cId="0" sldId="262"/>
        </pc:sldMkLst>
        <pc:spChg chg="mod">
          <ac:chgData name="Betty DIOP" userId="aa4a78fb-22c4-4daf-bce9-1b0f3f9a37fd" providerId="ADAL" clId="{A5036A50-14D3-47D5-8217-B54747B39B93}" dt="2026-08-06T07:57:17.288" v="1097" actId="207"/>
          <ac:spMkLst>
            <pc:docMk/>
            <pc:sldMk cId="0" sldId="262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7:12.885" v="1096" actId="207"/>
          <ac:spMkLst>
            <pc:docMk/>
            <pc:sldMk cId="0" sldId="262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7:24.074" v="1098" actId="207"/>
          <ac:spMkLst>
            <pc:docMk/>
            <pc:sldMk cId="0" sldId="262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48.672" v="1092" actId="207"/>
          <ac:spMkLst>
            <pc:docMk/>
            <pc:sldMk cId="0" sldId="262"/>
            <ac:spMk id="16" creationId="{00000000-0000-0000-0000-000000000000}"/>
          </ac:spMkLst>
        </pc:spChg>
        <pc:picChg chg="add">
          <ac:chgData name="Betty DIOP" userId="aa4a78fb-22c4-4daf-bce9-1b0f3f9a37fd" providerId="ADAL" clId="{A5036A50-14D3-47D5-8217-B54747B39B93}" dt="2026-08-06T07:56:45.586" v="1091" actId="22"/>
          <ac:picMkLst>
            <pc:docMk/>
            <pc:sldMk cId="0" sldId="262"/>
            <ac:picMk id="13" creationId="{59742C8C-A0D8-A53F-FCAF-3E01835CB3CD}"/>
          </ac:picMkLst>
        </pc:picChg>
        <pc:picChg chg="mod">
          <ac:chgData name="Betty DIOP" userId="aa4a78fb-22c4-4daf-bce9-1b0f3f9a37fd" providerId="ADAL" clId="{A5036A50-14D3-47D5-8217-B54747B39B93}" dt="2026-08-06T07:57:05.672" v="1095" actId="207"/>
          <ac:picMkLst>
            <pc:docMk/>
            <pc:sldMk cId="0" sldId="262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7T12:13:32.141" v="1862" actId="20577"/>
        <pc:sldMkLst>
          <pc:docMk/>
          <pc:sldMk cId="0" sldId="263"/>
        </pc:sldMkLst>
        <pc:spChg chg="mod">
          <ac:chgData name="Betty DIOP" userId="aa4a78fb-22c4-4daf-bce9-1b0f3f9a37fd" providerId="ADAL" clId="{A5036A50-14D3-47D5-8217-B54747B39B93}" dt="2026-08-06T07:58:39.406" v="1124" actId="207"/>
          <ac:spMkLst>
            <pc:docMk/>
            <pc:sldMk cId="0" sldId="26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09.628" v="1117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7T12:13:32.141" v="1862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21.512" v="1121" actId="20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15.417" v="1118" actId="207"/>
          <ac:spMkLst>
            <pc:docMk/>
            <pc:sldMk cId="0" sldId="263"/>
            <ac:spMk id="19" creationId="{25328EAF-3524-0E4F-9069-0F84F625097A}"/>
          </ac:spMkLst>
        </pc:spChg>
        <pc:picChg chg="add">
          <ac:chgData name="Betty DIOP" userId="aa4a78fb-22c4-4daf-bce9-1b0f3f9a37fd" providerId="ADAL" clId="{A5036A50-14D3-47D5-8217-B54747B39B93}" dt="2026-08-06T07:58:17.618" v="1120" actId="22"/>
          <ac:picMkLst>
            <pc:docMk/>
            <pc:sldMk cId="0" sldId="263"/>
            <ac:picMk id="9" creationId="{EE80B6C2-EE5C-FBE4-7924-E56F5F2A8243}"/>
          </ac:picMkLst>
        </pc:picChg>
        <pc:picChg chg="mod">
          <ac:chgData name="Betty DIOP" userId="aa4a78fb-22c4-4daf-bce9-1b0f3f9a37fd" providerId="ADAL" clId="{A5036A50-14D3-47D5-8217-B54747B39B93}" dt="2026-08-06T07:58:28.678" v="1122" actId="207"/>
          <ac:picMkLst>
            <pc:docMk/>
            <pc:sldMk cId="0" sldId="263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00:01.099" v="1133" actId="207"/>
        <pc:sldMkLst>
          <pc:docMk/>
          <pc:sldMk cId="0" sldId="264"/>
        </pc:sldMkLst>
        <pc:spChg chg="mod">
          <ac:chgData name="Betty DIOP" userId="aa4a78fb-22c4-4daf-bce9-1b0f3f9a37fd" providerId="ADAL" clId="{A5036A50-14D3-47D5-8217-B54747B39B93}" dt="2026-08-06T07:59:52.518" v="1131" actId="207"/>
          <ac:spMkLst>
            <pc:docMk/>
            <pc:sldMk cId="0" sldId="264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0:01.099" v="1133" actId="20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9:14.855" v="1127" actId="20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9:40.447" v="1129" actId="207"/>
          <ac:spMkLst>
            <pc:docMk/>
            <pc:sldMk cId="0" sldId="264"/>
            <ac:spMk id="19" creationId="{2966770E-3321-E744-91B7-2DDFC8FC1894}"/>
          </ac:spMkLst>
        </pc:spChg>
        <pc:picChg chg="add">
          <ac:chgData name="Betty DIOP" userId="aa4a78fb-22c4-4daf-bce9-1b0f3f9a37fd" providerId="ADAL" clId="{A5036A50-14D3-47D5-8217-B54747B39B93}" dt="2026-08-06T07:59:06.252" v="1125" actId="22"/>
          <ac:picMkLst>
            <pc:docMk/>
            <pc:sldMk cId="0" sldId="264"/>
            <ac:picMk id="6" creationId="{C8415AE4-2458-AF66-85BD-5625B2BE9A2B}"/>
          </ac:picMkLst>
        </pc:picChg>
        <pc:picChg chg="mod">
          <ac:chgData name="Betty DIOP" userId="aa4a78fb-22c4-4daf-bce9-1b0f3f9a37fd" providerId="ADAL" clId="{A5036A50-14D3-47D5-8217-B54747B39B93}" dt="2026-08-06T07:59:33.705" v="1128" actId="207"/>
          <ac:picMkLst>
            <pc:docMk/>
            <pc:sldMk cId="0" sldId="264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06:08.888" v="1191" actId="207"/>
        <pc:sldMkLst>
          <pc:docMk/>
          <pc:sldMk cId="0" sldId="265"/>
        </pc:sldMkLst>
        <pc:spChg chg="mod">
          <ac:chgData name="Betty DIOP" userId="aa4a78fb-22c4-4daf-bce9-1b0f3f9a37fd" providerId="ADAL" clId="{A5036A50-14D3-47D5-8217-B54747B39B93}" dt="2026-08-06T08:04:51.468" v="1188" actId="207"/>
          <ac:spMkLst>
            <pc:docMk/>
            <pc:sldMk cId="0" sldId="265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47.783" v="1187" actId="207"/>
          <ac:spMkLst>
            <pc:docMk/>
            <pc:sldMk cId="0" sldId="265"/>
            <ac:spMk id="7" creationId="{53DC8B9E-04D5-DE93-0FD7-DD8C7B468D7A}"/>
          </ac:spMkLst>
        </pc:spChg>
        <pc:spChg chg="mod">
          <ac:chgData name="Betty DIOP" userId="aa4a78fb-22c4-4daf-bce9-1b0f3f9a37fd" providerId="ADAL" clId="{A5036A50-14D3-47D5-8217-B54747B39B93}" dt="2026-08-06T08:06:08.888" v="1191" actId="20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25.323" v="1184" actId="207"/>
          <ac:spMkLst>
            <pc:docMk/>
            <pc:sldMk cId="0" sldId="265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38.587" v="1186" actId="207"/>
          <ac:spMkLst>
            <pc:docMk/>
            <pc:sldMk cId="0" sldId="265"/>
            <ac:spMk id="19" creationId="{64CAAC97-0150-EB41-8D6E-AFF2E1B2BA9E}"/>
          </ac:spMkLst>
        </pc:spChg>
        <pc:picChg chg="add">
          <ac:chgData name="Betty DIOP" userId="aa4a78fb-22c4-4daf-bce9-1b0f3f9a37fd" providerId="ADAL" clId="{A5036A50-14D3-47D5-8217-B54747B39B93}" dt="2026-08-06T08:04:11.959" v="1180" actId="22"/>
          <ac:picMkLst>
            <pc:docMk/>
            <pc:sldMk cId="0" sldId="265"/>
            <ac:picMk id="8" creationId="{7D1C46F5-3C89-ADF9-26BC-1439B0B96144}"/>
          </ac:picMkLst>
        </pc:picChg>
        <pc:picChg chg="mod">
          <ac:chgData name="Betty DIOP" userId="aa4a78fb-22c4-4daf-bce9-1b0f3f9a37fd" providerId="ADAL" clId="{A5036A50-14D3-47D5-8217-B54747B39B93}" dt="2026-08-06T08:04:32.391" v="1185" actId="207"/>
          <ac:picMkLst>
            <pc:docMk/>
            <pc:sldMk cId="0" sldId="265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0:23.010" v="1250" actId="207"/>
        <pc:sldMkLst>
          <pc:docMk/>
          <pc:sldMk cId="0" sldId="266"/>
        </pc:sldMkLst>
        <pc:spChg chg="mod">
          <ac:chgData name="Betty DIOP" userId="aa4a78fb-22c4-4daf-bce9-1b0f3f9a37fd" providerId="ADAL" clId="{A5036A50-14D3-47D5-8217-B54747B39B93}" dt="2026-08-06T08:08:56.749" v="1230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7:36.765" v="1224" actId="20577"/>
          <ac:spMkLst>
            <pc:docMk/>
            <pc:sldMk cId="0" sldId="266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9:30.145" v="1249" actId="107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8:17.964" v="1227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0:23.010" v="1250" actId="207"/>
          <ac:spMkLst>
            <pc:docMk/>
            <pc:sldMk cId="0" sldId="266"/>
            <ac:spMk id="19" creationId="{590102F3-E1DF-AB4F-A0C0-3F3A319DF673}"/>
          </ac:spMkLst>
        </pc:spChg>
        <pc:picChg chg="add">
          <ac:chgData name="Betty DIOP" userId="aa4a78fb-22c4-4daf-bce9-1b0f3f9a37fd" providerId="ADAL" clId="{A5036A50-14D3-47D5-8217-B54747B39B93}" dt="2026-08-06T08:08:14.414" v="1226" actId="22"/>
          <ac:picMkLst>
            <pc:docMk/>
            <pc:sldMk cId="0" sldId="266"/>
            <ac:picMk id="6" creationId="{86893551-5CD6-77FB-7306-B659018F3E4A}"/>
          </ac:picMkLst>
        </pc:picChg>
        <pc:picChg chg="mod">
          <ac:chgData name="Betty DIOP" userId="aa4a78fb-22c4-4daf-bce9-1b0f3f9a37fd" providerId="ADAL" clId="{A5036A50-14D3-47D5-8217-B54747B39B93}" dt="2026-08-06T08:08:31.500" v="1228" actId="207"/>
          <ac:picMkLst>
            <pc:docMk/>
            <pc:sldMk cId="0" sldId="266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1:53.515" v="1260" actId="207"/>
        <pc:sldMkLst>
          <pc:docMk/>
          <pc:sldMk cId="0" sldId="268"/>
        </pc:sldMkLst>
        <pc:spChg chg="mod">
          <ac:chgData name="Betty DIOP" userId="aa4a78fb-22c4-4daf-bce9-1b0f3f9a37fd" providerId="ADAL" clId="{A5036A50-14D3-47D5-8217-B54747B39B93}" dt="2026-08-06T08:11:41.513" v="1256" actId="207"/>
          <ac:spMkLst>
            <pc:docMk/>
            <pc:sldMk cId="0" sldId="268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34.576" v="1254" actId="207"/>
          <ac:spMkLst>
            <pc:docMk/>
            <pc:sldMk cId="0" sldId="26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53.515" v="1260" actId="20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46.224" v="1257" actId="20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37.880" v="1255" actId="207"/>
          <ac:spMkLst>
            <pc:docMk/>
            <pc:sldMk cId="0" sldId="268"/>
            <ac:spMk id="18" creationId="{8A2C446D-4A40-6941-B532-7869A2F38EB9}"/>
          </ac:spMkLst>
        </pc:spChg>
        <pc:picChg chg="add">
          <ac:chgData name="Betty DIOP" userId="aa4a78fb-22c4-4daf-bce9-1b0f3f9a37fd" providerId="ADAL" clId="{A5036A50-14D3-47D5-8217-B54747B39B93}" dt="2026-08-06T08:11:20.552" v="1252" actId="22"/>
          <ac:picMkLst>
            <pc:docMk/>
            <pc:sldMk cId="0" sldId="268"/>
            <ac:picMk id="6" creationId="{D8EC3720-6CD1-B6FA-D354-A88B608D5289}"/>
          </ac:picMkLst>
        </pc:picChg>
        <pc:picChg chg="mod">
          <ac:chgData name="Betty DIOP" userId="aa4a78fb-22c4-4daf-bce9-1b0f3f9a37fd" providerId="ADAL" clId="{A5036A50-14D3-47D5-8217-B54747B39B93}" dt="2026-08-06T08:11:29.498" v="1253" actId="207"/>
          <ac:picMkLst>
            <pc:docMk/>
            <pc:sldMk cId="0" sldId="268"/>
            <ac:picMk id="10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2:26.825" v="1265" actId="207"/>
        <pc:sldMkLst>
          <pc:docMk/>
          <pc:sldMk cId="0" sldId="269"/>
        </pc:sldMkLst>
        <pc:spChg chg="mod">
          <ac:chgData name="Betty DIOP" userId="aa4a78fb-22c4-4daf-bce9-1b0f3f9a37fd" providerId="ADAL" clId="{A5036A50-14D3-47D5-8217-B54747B39B93}" dt="2026-08-06T08:12:26.825" v="1265" actId="207"/>
          <ac:spMkLst>
            <pc:docMk/>
            <pc:sldMk cId="0" sldId="269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2:06.608" v="1263" actId="207"/>
          <ac:spMkLst>
            <pc:docMk/>
            <pc:sldMk cId="0" sldId="269"/>
            <ac:spMk id="11" creationId="{00000000-0000-0000-0000-000000000000}"/>
          </ac:spMkLst>
        </pc:spChg>
        <pc:grpChg chg="mod">
          <ac:chgData name="Betty DIOP" userId="aa4a78fb-22c4-4daf-bce9-1b0f3f9a37fd" providerId="ADAL" clId="{A5036A50-14D3-47D5-8217-B54747B39B93}" dt="2026-08-06T08:12:26.825" v="1265" actId="207"/>
          <ac:grpSpMkLst>
            <pc:docMk/>
            <pc:sldMk cId="0" sldId="269"/>
            <ac:grpSpMk id="5" creationId="{00000000-0000-0000-0000-000000000000}"/>
          </ac:grpSpMkLst>
        </pc:grpChg>
        <pc:picChg chg="mod">
          <ac:chgData name="Betty DIOP" userId="aa4a78fb-22c4-4daf-bce9-1b0f3f9a37fd" providerId="ADAL" clId="{A5036A50-14D3-47D5-8217-B54747B39B93}" dt="2026-08-06T08:12:20.049" v="1264" actId="207"/>
          <ac:picMkLst>
            <pc:docMk/>
            <pc:sldMk cId="0" sldId="269"/>
            <ac:picMk id="12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1:59.950" v="1261" actId="22"/>
          <ac:picMkLst>
            <pc:docMk/>
            <pc:sldMk cId="0" sldId="269"/>
            <ac:picMk id="14" creationId="{E9D6EA05-5F8F-3235-3AA4-55B33B209A3C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1:24.036" v="1755" actId="207"/>
        <pc:sldMkLst>
          <pc:docMk/>
          <pc:sldMk cId="0" sldId="271"/>
        </pc:sldMkLst>
        <pc:spChg chg="mod">
          <ac:chgData name="Betty DIOP" userId="aa4a78fb-22c4-4daf-bce9-1b0f3f9a37fd" providerId="ADAL" clId="{A5036A50-14D3-47D5-8217-B54747B39B93}" dt="2026-08-06T08:13:21.199" v="1275" actId="207"/>
          <ac:spMkLst>
            <pc:docMk/>
            <pc:sldMk cId="0" sldId="271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30.652" v="1289" actId="1076"/>
          <ac:spMkLst>
            <pc:docMk/>
            <pc:sldMk cId="0" sldId="271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2:51.338" v="1268" actId="207"/>
          <ac:spMkLst>
            <pc:docMk/>
            <pc:sldMk cId="0" sldId="271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10.639" v="1272" actId="207"/>
          <ac:spMkLst>
            <pc:docMk/>
            <pc:sldMk cId="0" sldId="271"/>
            <ac:spMk id="19" creationId="{0A613F1D-0993-484B-AA57-D2D8C26AD29C}"/>
          </ac:spMkLst>
        </pc:spChg>
        <pc:picChg chg="add">
          <ac:chgData name="Betty DIOP" userId="aa4a78fb-22c4-4daf-bce9-1b0f3f9a37fd" providerId="ADAL" clId="{A5036A50-14D3-47D5-8217-B54747B39B93}" dt="2026-08-06T08:12:47.463" v="1267" actId="22"/>
          <ac:picMkLst>
            <pc:docMk/>
            <pc:sldMk cId="0" sldId="271"/>
            <ac:picMk id="6" creationId="{AA358603-E339-E60E-1410-8E216AC27431}"/>
          </ac:picMkLst>
        </pc:picChg>
        <pc:picChg chg="mod">
          <ac:chgData name="Betty DIOP" userId="aa4a78fb-22c4-4daf-bce9-1b0f3f9a37fd" providerId="ADAL" clId="{A5036A50-14D3-47D5-8217-B54747B39B93}" dt="2026-08-06T08:13:12.588" v="1273" actId="1076"/>
          <ac:picMkLst>
            <pc:docMk/>
            <pc:sldMk cId="0" sldId="271"/>
            <ac:picMk id="11" creationId="{D8B7DA84-21D0-B951-DFA3-EE8A7278DE2E}"/>
          </ac:picMkLst>
        </pc:picChg>
        <pc:picChg chg="mod">
          <ac:chgData name="Betty DIOP" userId="aa4a78fb-22c4-4daf-bce9-1b0f3f9a37fd" providerId="ADAL" clId="{A5036A50-14D3-47D5-8217-B54747B39B93}" dt="2026-08-06T08:31:24.036" v="1755" actId="207"/>
          <ac:picMkLst>
            <pc:docMk/>
            <pc:sldMk cId="0" sldId="271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48.271" v="1749" actId="207"/>
        <pc:sldMkLst>
          <pc:docMk/>
          <pc:sldMk cId="0" sldId="273"/>
        </pc:sldMkLst>
        <pc:spChg chg="mod">
          <ac:chgData name="Betty DIOP" userId="aa4a78fb-22c4-4daf-bce9-1b0f3f9a37fd" providerId="ADAL" clId="{A5036A50-14D3-47D5-8217-B54747B39B93}" dt="2026-08-06T08:13:58.122" v="1284" actId="207"/>
          <ac:spMkLst>
            <pc:docMk/>
            <pc:sldMk cId="0" sldId="27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19.569" v="1288" actId="1076"/>
          <ac:spMkLst>
            <pc:docMk/>
            <pc:sldMk cId="0" sldId="27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40.968" v="1280" actId="207"/>
          <ac:spMkLst>
            <pc:docMk/>
            <pc:sldMk cId="0" sldId="27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50.305" v="1282" actId="207"/>
          <ac:spMkLst>
            <pc:docMk/>
            <pc:sldMk cId="0" sldId="273"/>
            <ac:spMk id="19" creationId="{E85A907C-0363-CA4A-8777-962D5EDDD720}"/>
          </ac:spMkLst>
        </pc:spChg>
        <pc:picChg chg="add">
          <ac:chgData name="Betty DIOP" userId="aa4a78fb-22c4-4daf-bce9-1b0f3f9a37fd" providerId="ADAL" clId="{A5036A50-14D3-47D5-8217-B54747B39B93}" dt="2026-08-06T08:13:36.430" v="1279" actId="22"/>
          <ac:picMkLst>
            <pc:docMk/>
            <pc:sldMk cId="0" sldId="273"/>
            <ac:picMk id="6" creationId="{ACBF4C98-600A-1352-12AD-98A6E917C8A3}"/>
          </ac:picMkLst>
        </pc:picChg>
        <pc:picChg chg="mod">
          <ac:chgData name="Betty DIOP" userId="aa4a78fb-22c4-4daf-bce9-1b0f3f9a37fd" providerId="ADAL" clId="{A5036A50-14D3-47D5-8217-B54747B39B93}" dt="2026-08-06T08:13:52.383" v="1283" actId="1076"/>
          <ac:picMkLst>
            <pc:docMk/>
            <pc:sldMk cId="0" sldId="273"/>
            <ac:picMk id="11" creationId="{EDA4E0AE-DFDA-14FF-480A-85AEB6F69A4B}"/>
          </ac:picMkLst>
        </pc:picChg>
        <pc:picChg chg="mod">
          <ac:chgData name="Betty DIOP" userId="aa4a78fb-22c4-4daf-bce9-1b0f3f9a37fd" providerId="ADAL" clId="{A5036A50-14D3-47D5-8217-B54747B39B93}" dt="2026-08-06T08:30:48.271" v="1749" actId="207"/>
          <ac:picMkLst>
            <pc:docMk/>
            <pc:sldMk cId="0" sldId="273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1:16.296" v="1754" actId="207"/>
        <pc:sldMkLst>
          <pc:docMk/>
          <pc:sldMk cId="0" sldId="275"/>
        </pc:sldMkLst>
        <pc:spChg chg="mod">
          <ac:chgData name="Betty DIOP" userId="aa4a78fb-22c4-4daf-bce9-1b0f3f9a37fd" providerId="ADAL" clId="{A5036A50-14D3-47D5-8217-B54747B39B93}" dt="2026-08-06T08:15:06.426" v="1296" actId="207"/>
          <ac:spMkLst>
            <pc:docMk/>
            <pc:sldMk cId="0" sldId="275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20.170" v="1298" actId="1076"/>
          <ac:spMkLst>
            <pc:docMk/>
            <pc:sldMk cId="0" sldId="275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29.225" v="1301" actId="207"/>
          <ac:spMkLst>
            <pc:docMk/>
            <pc:sldMk cId="0" sldId="275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1:10.839" v="1753" actId="207"/>
          <ac:spMkLst>
            <pc:docMk/>
            <pc:sldMk cId="0" sldId="275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46.048" v="1293" actId="207"/>
          <ac:spMkLst>
            <pc:docMk/>
            <pc:sldMk cId="0" sldId="275"/>
            <ac:spMk id="19" creationId="{C600BDA3-8E9E-B946-A44D-B2EAEA38C8C0}"/>
          </ac:spMkLst>
        </pc:spChg>
        <pc:picChg chg="add">
          <ac:chgData name="Betty DIOP" userId="aa4a78fb-22c4-4daf-bce9-1b0f3f9a37fd" providerId="ADAL" clId="{A5036A50-14D3-47D5-8217-B54747B39B93}" dt="2026-08-06T08:14:38.507" v="1291" actId="22"/>
          <ac:picMkLst>
            <pc:docMk/>
            <pc:sldMk cId="0" sldId="275"/>
            <ac:picMk id="7" creationId="{BD3F5D0E-005D-8281-474E-2735992E0197}"/>
          </ac:picMkLst>
        </pc:picChg>
        <pc:picChg chg="mod">
          <ac:chgData name="Betty DIOP" userId="aa4a78fb-22c4-4daf-bce9-1b0f3f9a37fd" providerId="ADAL" clId="{A5036A50-14D3-47D5-8217-B54747B39B93}" dt="2026-08-06T08:31:16.296" v="1754" actId="207"/>
          <ac:picMkLst>
            <pc:docMk/>
            <pc:sldMk cId="0" sldId="275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35.731" v="1748" actId="207"/>
        <pc:sldMkLst>
          <pc:docMk/>
          <pc:sldMk cId="0" sldId="277"/>
        </pc:sldMkLst>
        <pc:spChg chg="mod">
          <ac:chgData name="Betty DIOP" userId="aa4a78fb-22c4-4daf-bce9-1b0f3f9a37fd" providerId="ADAL" clId="{A5036A50-14D3-47D5-8217-B54747B39B93}" dt="2026-08-06T08:16:00.820" v="1306" actId="207"/>
          <ac:spMkLst>
            <pc:docMk/>
            <pc:sldMk cId="0" sldId="277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06.048" v="1307" actId="207"/>
          <ac:spMkLst>
            <pc:docMk/>
            <pc:sldMk cId="0" sldId="277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50.945" v="1304" actId="207"/>
          <ac:spMkLst>
            <pc:docMk/>
            <pc:sldMk cId="0" sldId="277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54.923" v="1305" actId="207"/>
          <ac:spMkLst>
            <pc:docMk/>
            <pc:sldMk cId="0" sldId="277"/>
            <ac:spMk id="19" creationId="{C7824D14-66A9-7648-B00E-E862711856F5}"/>
          </ac:spMkLst>
        </pc:spChg>
        <pc:picChg chg="add">
          <ac:chgData name="Betty DIOP" userId="aa4a78fb-22c4-4daf-bce9-1b0f3f9a37fd" providerId="ADAL" clId="{A5036A50-14D3-47D5-8217-B54747B39B93}" dt="2026-08-06T08:15:36.723" v="1303" actId="22"/>
          <ac:picMkLst>
            <pc:docMk/>
            <pc:sldMk cId="0" sldId="277"/>
            <ac:picMk id="6" creationId="{F283D67B-E09B-335C-D507-C845C4BCA11F}"/>
          </ac:picMkLst>
        </pc:picChg>
        <pc:picChg chg="mod">
          <ac:chgData name="Betty DIOP" userId="aa4a78fb-22c4-4daf-bce9-1b0f3f9a37fd" providerId="ADAL" clId="{A5036A50-14D3-47D5-8217-B54747B39B93}" dt="2026-08-06T08:30:35.731" v="1748" actId="207"/>
          <ac:picMkLst>
            <pc:docMk/>
            <pc:sldMk cId="0" sldId="277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6:46.550" v="1314" actId="207"/>
        <pc:sldMkLst>
          <pc:docMk/>
          <pc:sldMk cId="0" sldId="278"/>
        </pc:sldMkLst>
        <pc:spChg chg="mod">
          <ac:chgData name="Betty DIOP" userId="aa4a78fb-22c4-4daf-bce9-1b0f3f9a37fd" providerId="ADAL" clId="{A5036A50-14D3-47D5-8217-B54747B39B93}" dt="2026-08-06T08:16:37.528" v="1312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46.550" v="1314" actId="207"/>
          <ac:spMkLst>
            <pc:docMk/>
            <pc:sldMk cId="0" sldId="27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18.167" v="1310" actId="207"/>
          <ac:spMkLst>
            <pc:docMk/>
            <pc:sldMk cId="0" sldId="278"/>
            <ac:spMk id="1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42.188" v="1313" actId="207"/>
          <ac:spMkLst>
            <pc:docMk/>
            <pc:sldMk cId="0" sldId="278"/>
            <ac:spMk id="16" creationId="{F4116821-F533-E642-AEB1-C63B323658B5}"/>
          </ac:spMkLst>
        </pc:spChg>
        <pc:picChg chg="add">
          <ac:chgData name="Betty DIOP" userId="aa4a78fb-22c4-4daf-bce9-1b0f3f9a37fd" providerId="ADAL" clId="{A5036A50-14D3-47D5-8217-B54747B39B93}" dt="2026-08-06T08:16:11.646" v="1309" actId="22"/>
          <ac:picMkLst>
            <pc:docMk/>
            <pc:sldMk cId="0" sldId="278"/>
            <ac:picMk id="7" creationId="{841C1AA6-E978-D8EA-11DD-673F23BB2DCA}"/>
          </ac:picMkLst>
        </pc:picChg>
        <pc:picChg chg="mod">
          <ac:chgData name="Betty DIOP" userId="aa4a78fb-22c4-4daf-bce9-1b0f3f9a37fd" providerId="ADAL" clId="{A5036A50-14D3-47D5-8217-B54747B39B93}" dt="2026-08-06T08:16:27.327" v="1311" actId="207"/>
          <ac:picMkLst>
            <pc:docMk/>
            <pc:sldMk cId="0" sldId="278"/>
            <ac:picMk id="13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5:32.094" v="1556" actId="478"/>
        <pc:sldMkLst>
          <pc:docMk/>
          <pc:sldMk cId="0" sldId="280"/>
        </pc:sldMkLst>
        <pc:spChg chg="mod">
          <ac:chgData name="Betty DIOP" userId="aa4a78fb-22c4-4daf-bce9-1b0f3f9a37fd" providerId="ADAL" clId="{A5036A50-14D3-47D5-8217-B54747B39B93}" dt="2026-08-06T08:17:54.978" v="1323" actId="207"/>
          <ac:spMkLst>
            <pc:docMk/>
            <pc:sldMk cId="0" sldId="280"/>
            <ac:spMk id="2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8:14.840" v="1326" actId="207"/>
          <ac:spMkLst>
            <pc:docMk/>
            <pc:sldMk cId="0" sldId="280"/>
            <ac:spMk id="28" creationId="{22486477-B37D-7F45-89BB-9C2C7668C390}"/>
          </ac:spMkLst>
        </pc:spChg>
        <pc:spChg chg="mod">
          <ac:chgData name="Betty DIOP" userId="aa4a78fb-22c4-4daf-bce9-1b0f3f9a37fd" providerId="ADAL" clId="{A5036A50-14D3-47D5-8217-B54747B39B93}" dt="2026-08-06T08:18:19.767" v="1327" actId="207"/>
          <ac:spMkLst>
            <pc:docMk/>
            <pc:sldMk cId="0" sldId="280"/>
            <ac:spMk id="29" creationId="{249545BA-1441-2E42-B93B-7EDCD6CC867B}"/>
          </ac:spMkLst>
        </pc:spChg>
        <pc:picChg chg="add">
          <ac:chgData name="Betty DIOP" userId="aa4a78fb-22c4-4daf-bce9-1b0f3f9a37fd" providerId="ADAL" clId="{A5036A50-14D3-47D5-8217-B54747B39B93}" dt="2026-08-06T08:17:35.798" v="1321" actId="22"/>
          <ac:picMkLst>
            <pc:docMk/>
            <pc:sldMk cId="0" sldId="280"/>
            <ac:picMk id="9" creationId="{354A830A-A8C6-31A8-9E26-FC05A189B7EF}"/>
          </ac:picMkLst>
        </pc:picChg>
        <pc:picChg chg="mod">
          <ac:chgData name="Betty DIOP" userId="aa4a78fb-22c4-4daf-bce9-1b0f3f9a37fd" providerId="ADAL" clId="{A5036A50-14D3-47D5-8217-B54747B39B93}" dt="2026-08-06T08:24:52.254" v="1552" actId="207"/>
          <ac:picMkLst>
            <pc:docMk/>
            <pc:sldMk cId="0" sldId="280"/>
            <ac:picMk id="23" creationId="{00000000-0000-0000-0000-000000000000}"/>
          </ac:picMkLst>
        </pc:picChg>
        <pc:picChg chg="mod">
          <ac:chgData name="Betty DIOP" userId="aa4a78fb-22c4-4daf-bce9-1b0f3f9a37fd" providerId="ADAL" clId="{A5036A50-14D3-47D5-8217-B54747B39B93}" dt="2026-08-06T08:25:04.769" v="1553"/>
          <ac:picMkLst>
            <pc:docMk/>
            <pc:sldMk cId="0" sldId="280"/>
            <ac:picMk id="41" creationId="{217A6064-E4D2-4B6C-9573-F403378DEBC4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8:54.371" v="1363" actId="20577"/>
        <pc:sldMkLst>
          <pc:docMk/>
          <pc:sldMk cId="0" sldId="281"/>
        </pc:sldMkLst>
        <pc:spChg chg="mod">
          <ac:chgData name="Betty DIOP" userId="aa4a78fb-22c4-4daf-bce9-1b0f3f9a37fd" providerId="ADAL" clId="{A5036A50-14D3-47D5-8217-B54747B39B93}" dt="2026-08-06T08:18:54.371" v="1363" actId="20577"/>
          <ac:spMkLst>
            <pc:docMk/>
            <pc:sldMk cId="0" sldId="281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8:30.101" v="1330" actId="207"/>
          <ac:spMkLst>
            <pc:docMk/>
            <pc:sldMk cId="0" sldId="281"/>
            <ac:spMk id="13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18:35.618" v="1331" actId="207"/>
          <ac:picMkLst>
            <pc:docMk/>
            <pc:sldMk cId="0" sldId="281"/>
            <ac:picMk id="14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8:26.428" v="1329" actId="22"/>
          <ac:picMkLst>
            <pc:docMk/>
            <pc:sldMk cId="0" sldId="281"/>
            <ac:picMk id="16" creationId="{97DA8600-810A-F56F-D372-84EF47285991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9:50.529" v="1371" actId="207"/>
        <pc:sldMkLst>
          <pc:docMk/>
          <pc:sldMk cId="0" sldId="282"/>
        </pc:sldMkLst>
        <pc:spChg chg="mod">
          <ac:chgData name="Betty DIOP" userId="aa4a78fb-22c4-4daf-bce9-1b0f3f9a37fd" providerId="ADAL" clId="{A5036A50-14D3-47D5-8217-B54747B39B93}" dt="2026-08-06T08:19:12.134" v="136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26.068" v="1368" actId="207"/>
          <ac:spMkLst>
            <pc:docMk/>
            <pc:sldMk cId="0" sldId="282"/>
            <ac:spMk id="21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37.744" v="1369" actId="207"/>
          <ac:spMkLst>
            <pc:docMk/>
            <pc:sldMk cId="0" sldId="282"/>
            <ac:spMk id="2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42.381" v="1370" actId="207"/>
          <ac:spMkLst>
            <pc:docMk/>
            <pc:sldMk cId="0" sldId="282"/>
            <ac:spMk id="2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50.529" v="1371" actId="207"/>
          <ac:spMkLst>
            <pc:docMk/>
            <pc:sldMk cId="0" sldId="282"/>
            <ac:spMk id="24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19:17.612" v="1367" actId="207"/>
          <ac:picMkLst>
            <pc:docMk/>
            <pc:sldMk cId="0" sldId="282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9:05.947" v="1365" actId="22"/>
          <ac:picMkLst>
            <pc:docMk/>
            <pc:sldMk cId="0" sldId="282"/>
            <ac:picMk id="30" creationId="{BCE3CD9B-8737-8DB9-2581-8DB03EC5E5B7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0:29.131" v="1378" actId="207"/>
        <pc:sldMkLst>
          <pc:docMk/>
          <pc:sldMk cId="0" sldId="283"/>
        </pc:sldMkLst>
        <pc:spChg chg="mod">
          <ac:chgData name="Betty DIOP" userId="aa4a78fb-22c4-4daf-bce9-1b0f3f9a37fd" providerId="ADAL" clId="{A5036A50-14D3-47D5-8217-B54747B39B93}" dt="2026-08-06T08:20:23.758" v="1377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0:29.131" v="1378" actId="207"/>
          <ac:spMkLst>
            <pc:docMk/>
            <pc:sldMk cId="0" sldId="283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0:01.085" v="1374" actId="207"/>
          <ac:spMkLst>
            <pc:docMk/>
            <pc:sldMk cId="0" sldId="283"/>
            <ac:spMk id="13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20:12.457" v="1375" actId="207"/>
          <ac:picMkLst>
            <pc:docMk/>
            <pc:sldMk cId="0" sldId="283"/>
            <ac:picMk id="14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9:55.182" v="1373" actId="22"/>
          <ac:picMkLst>
            <pc:docMk/>
            <pc:sldMk cId="0" sldId="283"/>
            <ac:picMk id="16" creationId="{D2652B10-A77E-F3AE-BFA2-402C4C20C782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3:53.917" v="1547" actId="207"/>
        <pc:sldMkLst>
          <pc:docMk/>
          <pc:sldMk cId="0" sldId="284"/>
        </pc:sldMkLst>
        <pc:spChg chg="mod">
          <ac:chgData name="Betty DIOP" userId="aa4a78fb-22c4-4daf-bce9-1b0f3f9a37fd" providerId="ADAL" clId="{A5036A50-14D3-47D5-8217-B54747B39B93}" dt="2026-08-06T08:21:56.346" v="1524" actId="20577"/>
          <ac:spMkLst>
            <pc:docMk/>
            <pc:sldMk cId="0" sldId="284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3:49.458" v="1546" actId="207"/>
          <ac:spMkLst>
            <pc:docMk/>
            <pc:sldMk cId="0" sldId="284"/>
            <ac:spMk id="15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23:53.917" v="1547" actId="207"/>
          <ac:picMkLst>
            <pc:docMk/>
            <pc:sldMk cId="0" sldId="284"/>
            <ac:picMk id="16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23:46.021" v="1545" actId="22"/>
          <ac:picMkLst>
            <pc:docMk/>
            <pc:sldMk cId="0" sldId="284"/>
            <ac:picMk id="18" creationId="{63793F51-4A4B-1F32-8650-C9BB9FD1B9F5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22.154" v="1747" actId="207"/>
        <pc:sldMkLst>
          <pc:docMk/>
          <pc:sldMk cId="0" sldId="286"/>
        </pc:sldMkLst>
        <pc:spChg chg="mod">
          <ac:chgData name="Betty DIOP" userId="aa4a78fb-22c4-4daf-bce9-1b0f3f9a37fd" providerId="ADAL" clId="{A5036A50-14D3-47D5-8217-B54747B39B93}" dt="2026-08-06T08:29:48.871" v="1744" actId="207"/>
          <ac:spMkLst>
            <pc:docMk/>
            <pc:sldMk cId="0" sldId="286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9:58.265" v="1745" actId="207"/>
          <ac:spMkLst>
            <pc:docMk/>
            <pc:sldMk cId="0" sldId="286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56.385" v="1317" actId="207"/>
          <ac:spMkLst>
            <pc:docMk/>
            <pc:sldMk cId="0" sldId="286"/>
            <ac:spMk id="111" creationId="{00000000-0000-0000-0000-000000000000}"/>
          </ac:spMkLst>
        </pc:spChg>
        <pc:graphicFrameChg chg="modGraphic">
          <ac:chgData name="Betty DIOP" userId="aa4a78fb-22c4-4daf-bce9-1b0f3f9a37fd" providerId="ADAL" clId="{A5036A50-14D3-47D5-8217-B54747B39B93}" dt="2026-08-06T08:29:34.730" v="1742" actId="113"/>
          <ac:graphicFrameMkLst>
            <pc:docMk/>
            <pc:sldMk cId="0" sldId="286"/>
            <ac:graphicFrameMk id="213" creationId="{23D1523C-3632-499B-9DE6-233C6AF525B6}"/>
          </ac:graphicFrameMkLst>
        </pc:graphicFrameChg>
        <pc:graphicFrameChg chg="modGraphic">
          <ac:chgData name="Betty DIOP" userId="aa4a78fb-22c4-4daf-bce9-1b0f3f9a37fd" providerId="ADAL" clId="{A5036A50-14D3-47D5-8217-B54747B39B93}" dt="2026-08-06T08:30:00.352" v="1746" actId="20577"/>
          <ac:graphicFrameMkLst>
            <pc:docMk/>
            <pc:sldMk cId="0" sldId="286"/>
            <ac:graphicFrameMk id="214" creationId="{7F39C39E-90EC-43A5-B78F-BBC2ED516F40}"/>
          </ac:graphicFrameMkLst>
        </pc:graphicFrameChg>
        <pc:picChg chg="add">
          <ac:chgData name="Betty DIOP" userId="aa4a78fb-22c4-4daf-bce9-1b0f3f9a37fd" providerId="ADAL" clId="{A5036A50-14D3-47D5-8217-B54747B39B93}" dt="2026-08-06T08:16:52.950" v="1316" actId="22"/>
          <ac:picMkLst>
            <pc:docMk/>
            <pc:sldMk cId="0" sldId="286"/>
            <ac:picMk id="10" creationId="{F5F8D836-18B7-DB03-EF50-28381E99489A}"/>
          </ac:picMkLst>
        </pc:picChg>
        <pc:picChg chg="mod">
          <ac:chgData name="Betty DIOP" userId="aa4a78fb-22c4-4daf-bce9-1b0f3f9a37fd" providerId="ADAL" clId="{A5036A50-14D3-47D5-8217-B54747B39B93}" dt="2026-08-06T08:30:22.154" v="1747" actId="207"/>
          <ac:picMkLst>
            <pc:docMk/>
            <pc:sldMk cId="0" sldId="286"/>
            <ac:picMk id="112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7T12:12:38.608" v="1856" actId="20577"/>
        <pc:sldMkLst>
          <pc:docMk/>
          <pc:sldMk cId="4059603364" sldId="287"/>
        </pc:sldMkLst>
        <pc:spChg chg="mod">
          <ac:chgData name="Betty DIOP" userId="aa4a78fb-22c4-4daf-bce9-1b0f3f9a37fd" providerId="ADAL" clId="{A5036A50-14D3-47D5-8217-B54747B39B93}" dt="2026-08-06T07:56:31.509" v="1088" actId="207"/>
          <ac:spMkLst>
            <pc:docMk/>
            <pc:sldMk cId="4059603364" sldId="287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7T12:12:38.608" v="1856" actId="20577"/>
          <ac:spMkLst>
            <pc:docMk/>
            <pc:sldMk cId="4059603364" sldId="287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39.509" v="1089" actId="207"/>
          <ac:spMkLst>
            <pc:docMk/>
            <pc:sldMk cId="4059603364" sldId="287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5:43.352" v="1081" actId="207"/>
          <ac:spMkLst>
            <pc:docMk/>
            <pc:sldMk cId="4059603364" sldId="287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21.938" v="1086" actId="207"/>
          <ac:spMkLst>
            <pc:docMk/>
            <pc:sldMk cId="4059603364" sldId="287"/>
            <ac:spMk id="18" creationId="{29A54110-EEBC-834A-AF82-0FD1423EB8DF}"/>
          </ac:spMkLst>
        </pc:spChg>
        <pc:picChg chg="mod">
          <ac:chgData name="Betty DIOP" userId="aa4a78fb-22c4-4daf-bce9-1b0f3f9a37fd" providerId="ADAL" clId="{A5036A50-14D3-47D5-8217-B54747B39B93}" dt="2026-08-06T07:56:25.669" v="1087" actId="1076"/>
          <ac:picMkLst>
            <pc:docMk/>
            <pc:sldMk cId="4059603364" sldId="287"/>
            <ac:picMk id="6" creationId="{D978AEE1-CF29-0FFE-DE4B-7295538677C1}"/>
          </ac:picMkLst>
        </pc:picChg>
        <pc:picChg chg="add">
          <ac:chgData name="Betty DIOP" userId="aa4a78fb-22c4-4daf-bce9-1b0f3f9a37fd" providerId="ADAL" clId="{A5036A50-14D3-47D5-8217-B54747B39B93}" dt="2026-08-06T07:55:36.414" v="1080" actId="22"/>
          <ac:picMkLst>
            <pc:docMk/>
            <pc:sldMk cId="4059603364" sldId="287"/>
            <ac:picMk id="7" creationId="{ACB3AD74-6C81-163D-C848-56B2D282AFFE}"/>
          </ac:picMkLst>
        </pc:picChg>
        <pc:picChg chg="mod">
          <ac:chgData name="Betty DIOP" userId="aa4a78fb-22c4-4daf-bce9-1b0f3f9a37fd" providerId="ADAL" clId="{A5036A50-14D3-47D5-8217-B54747B39B93}" dt="2026-08-06T07:55:50.673" v="1082" actId="207"/>
          <ac:picMkLst>
            <pc:docMk/>
            <pc:sldMk cId="4059603364" sldId="287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4:34.841" v="1833" actId="20577"/>
        <pc:sldMkLst>
          <pc:docMk/>
          <pc:sldMk cId="2371973410" sldId="288"/>
        </pc:sldMkLst>
        <pc:spChg chg="mod">
          <ac:chgData name="Betty DIOP" userId="aa4a78fb-22c4-4daf-bce9-1b0f3f9a37fd" providerId="ADAL" clId="{A5036A50-14D3-47D5-8217-B54747B39B93}" dt="2026-08-06T07:46:45.413" v="1001" actId="207"/>
          <ac:spMkLst>
            <pc:docMk/>
            <pc:sldMk cId="2371973410" sldId="288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2:30.335" v="1764" actId="20577"/>
          <ac:spMkLst>
            <pc:docMk/>
            <pc:sldMk cId="2371973410" sldId="288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4:34.841" v="1833" actId="20577"/>
          <ac:spMkLst>
            <pc:docMk/>
            <pc:sldMk cId="2371973410" sldId="28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6:10.135" v="996" actId="1076"/>
          <ac:spMkLst>
            <pc:docMk/>
            <pc:sldMk cId="2371973410" sldId="288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6:30.224" v="999" actId="207"/>
          <ac:spMkLst>
            <pc:docMk/>
            <pc:sldMk cId="2371973410" sldId="288"/>
            <ac:spMk id="18" creationId="{29A54110-EEBC-834A-AF82-0FD1423EB8DF}"/>
          </ac:spMkLst>
        </pc:spChg>
        <pc:grpChg chg="mod">
          <ac:chgData name="Betty DIOP" userId="aa4a78fb-22c4-4daf-bce9-1b0f3f9a37fd" providerId="ADAL" clId="{A5036A50-14D3-47D5-8217-B54747B39B93}" dt="2026-08-06T07:46:58.548" v="1003" actId="1076"/>
          <ac:grpSpMkLst>
            <pc:docMk/>
            <pc:sldMk cId="2371973410" sldId="288"/>
            <ac:grpSpMk id="13" creationId="{00000000-0000-0000-0000-000000000000}"/>
          </ac:grpSpMkLst>
        </pc:grpChg>
        <pc:picChg chg="add">
          <ac:chgData name="Betty DIOP" userId="aa4a78fb-22c4-4daf-bce9-1b0f3f9a37fd" providerId="ADAL" clId="{A5036A50-14D3-47D5-8217-B54747B39B93}" dt="2026-08-06T07:45:59.005" v="993" actId="22"/>
          <ac:picMkLst>
            <pc:docMk/>
            <pc:sldMk cId="2371973410" sldId="288"/>
            <ac:picMk id="7" creationId="{5E121CC7-7CD6-6866-19B6-651CAB74F0BD}"/>
          </ac:picMkLst>
        </pc:picChg>
        <pc:picChg chg="mod">
          <ac:chgData name="Betty DIOP" userId="aa4a78fb-22c4-4daf-bce9-1b0f3f9a37fd" providerId="ADAL" clId="{A5036A50-14D3-47D5-8217-B54747B39B93}" dt="2026-08-06T07:46:53.694" v="1002" actId="1076"/>
          <ac:picMkLst>
            <pc:docMk/>
            <pc:sldMk cId="2371973410" sldId="288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5:06.120" v="1078" actId="207"/>
        <pc:sldMkLst>
          <pc:docMk/>
          <pc:sldMk cId="800784752" sldId="289"/>
        </pc:sldMkLst>
        <pc:spChg chg="mod">
          <ac:chgData name="Betty DIOP" userId="aa4a78fb-22c4-4daf-bce9-1b0f3f9a37fd" providerId="ADAL" clId="{A5036A50-14D3-47D5-8217-B54747B39B93}" dt="2026-08-06T07:54:59.904" v="1077" actId="207"/>
          <ac:spMkLst>
            <pc:docMk/>
            <pc:sldMk cId="800784752" sldId="289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4:49.209" v="1074" actId="207"/>
          <ac:spMkLst>
            <pc:docMk/>
            <pc:sldMk cId="800784752" sldId="289"/>
            <ac:spMk id="11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7:55:06.120" v="1078" actId="207"/>
          <ac:picMkLst>
            <pc:docMk/>
            <pc:sldMk cId="800784752" sldId="289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7:54:55.844" v="1076" actId="22"/>
          <ac:picMkLst>
            <pc:docMk/>
            <pc:sldMk cId="800784752" sldId="289"/>
            <ac:picMk id="13" creationId="{9F53BEE6-5B5E-9684-4DE3-E6411DEF3E02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4:39.787" v="1835" actId="20577"/>
        <pc:sldMkLst>
          <pc:docMk/>
          <pc:sldMk cId="290517651" sldId="290"/>
        </pc:sldMkLst>
        <pc:spChg chg="mod">
          <ac:chgData name="Betty DIOP" userId="aa4a78fb-22c4-4daf-bce9-1b0f3f9a37fd" providerId="ADAL" clId="{A5036A50-14D3-47D5-8217-B54747B39B93}" dt="2026-08-06T07:47:57.053" v="1012" actId="207"/>
          <ac:spMkLst>
            <pc:docMk/>
            <pc:sldMk cId="290517651" sldId="290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3:50.736" v="1807" actId="20577"/>
          <ac:spMkLst>
            <pc:docMk/>
            <pc:sldMk cId="290517651" sldId="290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4:39.787" v="1835" actId="20577"/>
          <ac:spMkLst>
            <pc:docMk/>
            <pc:sldMk cId="290517651" sldId="290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7:21.477" v="1006" actId="207"/>
          <ac:spMkLst>
            <pc:docMk/>
            <pc:sldMk cId="290517651" sldId="290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7:42.079" v="1008" actId="207"/>
          <ac:spMkLst>
            <pc:docMk/>
            <pc:sldMk cId="290517651" sldId="290"/>
            <ac:spMk id="18" creationId="{29A54110-EEBC-834A-AF82-0FD1423EB8DF}"/>
          </ac:spMkLst>
        </pc:spChg>
        <pc:picChg chg="add">
          <ac:chgData name="Betty DIOP" userId="aa4a78fb-22c4-4daf-bce9-1b0f3f9a37fd" providerId="ADAL" clId="{A5036A50-14D3-47D5-8217-B54747B39B93}" dt="2026-08-06T07:47:18.565" v="1005" actId="22"/>
          <ac:picMkLst>
            <pc:docMk/>
            <pc:sldMk cId="290517651" sldId="290"/>
            <ac:picMk id="7" creationId="{4A7B8521-F3F0-604B-A695-844812575C97}"/>
          </ac:picMkLst>
        </pc:picChg>
        <pc:picChg chg="mod">
          <ac:chgData name="Betty DIOP" userId="aa4a78fb-22c4-4daf-bce9-1b0f3f9a37fd" providerId="ADAL" clId="{A5036A50-14D3-47D5-8217-B54747B39B93}" dt="2026-08-06T07:47:36.797" v="1007" actId="207"/>
          <ac:picMkLst>
            <pc:docMk/>
            <pc:sldMk cId="290517651" sldId="290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49:47.608" v="1026" actId="207"/>
        <pc:sldMkLst>
          <pc:docMk/>
          <pc:sldMk cId="1202495149" sldId="292"/>
        </pc:sldMkLst>
        <pc:spChg chg="mod">
          <ac:chgData name="Betty DIOP" userId="aa4a78fb-22c4-4daf-bce9-1b0f3f9a37fd" providerId="ADAL" clId="{A5036A50-14D3-47D5-8217-B54747B39B93}" dt="2026-08-06T07:49:47.608" v="1026" actId="207"/>
          <ac:spMkLst>
            <pc:docMk/>
            <pc:sldMk cId="1202495149" sldId="292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27.385" v="1023" actId="1076"/>
          <ac:spMkLst>
            <pc:docMk/>
            <pc:sldMk cId="1202495149" sldId="292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40.403" v="1025" actId="207"/>
          <ac:spMkLst>
            <pc:docMk/>
            <pc:sldMk cId="1202495149" sldId="292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10.962" v="1020" actId="207"/>
          <ac:spMkLst>
            <pc:docMk/>
            <pc:sldMk cId="1202495149" sldId="292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33.828" v="1024" actId="207"/>
          <ac:spMkLst>
            <pc:docMk/>
            <pc:sldMk cId="1202495149" sldId="292"/>
            <ac:spMk id="19" creationId="{2966770E-3321-E744-91B7-2DDFC8FC1894}"/>
          </ac:spMkLst>
        </pc:spChg>
        <pc:picChg chg="add">
          <ac:chgData name="Betty DIOP" userId="aa4a78fb-22c4-4daf-bce9-1b0f3f9a37fd" providerId="ADAL" clId="{A5036A50-14D3-47D5-8217-B54747B39B93}" dt="2026-08-06T07:48:44.900" v="1017" actId="22"/>
          <ac:picMkLst>
            <pc:docMk/>
            <pc:sldMk cId="1202495149" sldId="292"/>
            <ac:picMk id="6" creationId="{D8D6B97E-AF72-A351-07B8-61FBF4FD69C8}"/>
          </ac:picMkLst>
        </pc:picChg>
        <pc:picChg chg="mod">
          <ac:chgData name="Betty DIOP" userId="aa4a78fb-22c4-4daf-bce9-1b0f3f9a37fd" providerId="ADAL" clId="{A5036A50-14D3-47D5-8217-B54747B39B93}" dt="2026-08-06T07:49:22.088" v="1022" actId="207"/>
          <ac:picMkLst>
            <pc:docMk/>
            <pc:sldMk cId="1202495149" sldId="292"/>
            <ac:picMk id="8" creationId="{00000000-0000-0000-0000-000000000000}"/>
          </ac:picMkLst>
        </pc:picChg>
        <pc:picChg chg="mod">
          <ac:chgData name="Betty DIOP" userId="aa4a78fb-22c4-4daf-bce9-1b0f3f9a37fd" providerId="ADAL" clId="{A5036A50-14D3-47D5-8217-B54747B39B93}" dt="2026-08-06T07:49:04.699" v="1019" actId="207"/>
          <ac:picMkLst>
            <pc:docMk/>
            <pc:sldMk cId="1202495149" sldId="292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4:42.836" v="1073" actId="1076"/>
        <pc:sldMkLst>
          <pc:docMk/>
          <pc:sldMk cId="3349892572" sldId="293"/>
        </pc:sldMkLst>
        <pc:spChg chg="mod">
          <ac:chgData name="Betty DIOP" userId="aa4a78fb-22c4-4daf-bce9-1b0f3f9a37fd" providerId="ADAL" clId="{A5036A50-14D3-47D5-8217-B54747B39B93}" dt="2026-08-06T07:54:30.098" v="1071" actId="207"/>
          <ac:spMkLst>
            <pc:docMk/>
            <pc:sldMk cId="3349892572" sldId="29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57.302" v="1067" actId="207"/>
          <ac:spMkLst>
            <pc:docMk/>
            <pc:sldMk cId="3349892572" sldId="293"/>
            <ac:spMk id="7" creationId="{53DC8B9E-04D5-DE93-0FD7-DD8C7B468D7A}"/>
          </ac:spMkLst>
        </pc:spChg>
        <pc:spChg chg="mod">
          <ac:chgData name="Betty DIOP" userId="aa4a78fb-22c4-4daf-bce9-1b0f3f9a37fd" providerId="ADAL" clId="{A5036A50-14D3-47D5-8217-B54747B39B93}" dt="2026-08-06T07:54:35.552" v="1072" actId="1076"/>
          <ac:spMkLst>
            <pc:docMk/>
            <pc:sldMk cId="3349892572" sldId="29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4:42.836" v="1073" actId="1076"/>
          <ac:spMkLst>
            <pc:docMk/>
            <pc:sldMk cId="3349892572" sldId="293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35.150" v="1064" actId="207"/>
          <ac:spMkLst>
            <pc:docMk/>
            <pc:sldMk cId="3349892572" sldId="29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49.380" v="1066" actId="207"/>
          <ac:spMkLst>
            <pc:docMk/>
            <pc:sldMk cId="3349892572" sldId="293"/>
            <ac:spMk id="19" creationId="{64CAAC97-0150-EB41-8D6E-AFF2E1B2BA9E}"/>
          </ac:spMkLst>
        </pc:spChg>
        <pc:picChg chg="add">
          <ac:chgData name="Betty DIOP" userId="aa4a78fb-22c4-4daf-bce9-1b0f3f9a37fd" providerId="ADAL" clId="{A5036A50-14D3-47D5-8217-B54747B39B93}" dt="2026-08-06T07:53:30.811" v="1063" actId="22"/>
          <ac:picMkLst>
            <pc:docMk/>
            <pc:sldMk cId="3349892572" sldId="293"/>
            <ac:picMk id="8" creationId="{4C66233D-4E7D-9007-2A89-A5AD8DE7478E}"/>
          </ac:picMkLst>
        </pc:picChg>
        <pc:picChg chg="mod">
          <ac:chgData name="Betty DIOP" userId="aa4a78fb-22c4-4daf-bce9-1b0f3f9a37fd" providerId="ADAL" clId="{A5036A50-14D3-47D5-8217-B54747B39B93}" dt="2026-08-06T07:53:42.460" v="1065" actId="207"/>
          <ac:picMkLst>
            <pc:docMk/>
            <pc:sldMk cId="3349892572" sldId="293"/>
            <ac:picMk id="17" creationId="{00000000-0000-0000-0000-000000000000}"/>
          </ac:picMkLst>
        </pc:picChg>
      </pc:sldChg>
      <pc:sldChg chg="modSp add mod">
        <pc:chgData name="Betty DIOP" userId="aa4a78fb-22c4-4daf-bce9-1b0f3f9a37fd" providerId="ADAL" clId="{A5036A50-14D3-47D5-8217-B54747B39B93}" dt="2026-08-06T08:01:25.686" v="1146" actId="20577"/>
        <pc:sldMkLst>
          <pc:docMk/>
          <pc:sldMk cId="286321821" sldId="295"/>
        </pc:sldMkLst>
        <pc:spChg chg="mod">
          <ac:chgData name="Betty DIOP" userId="aa4a78fb-22c4-4daf-bce9-1b0f3f9a37fd" providerId="ADAL" clId="{A5036A50-14D3-47D5-8217-B54747B39B93}" dt="2026-08-06T08:01:25.686" v="1146" actId="20577"/>
          <ac:spMkLst>
            <pc:docMk/>
            <pc:sldMk cId="286321821" sldId="295"/>
            <ac:spMk id="9" creationId="{6BC1EDC3-6938-91B2-9863-FC9E2277C9A8}"/>
          </ac:spMkLst>
        </pc:spChg>
        <pc:spChg chg="mod">
          <ac:chgData name="Betty DIOP" userId="aa4a78fb-22c4-4daf-bce9-1b0f3f9a37fd" providerId="ADAL" clId="{A5036A50-14D3-47D5-8217-B54747B39B93}" dt="2026-08-06T08:01:21.830" v="1144" actId="20577"/>
          <ac:spMkLst>
            <pc:docMk/>
            <pc:sldMk cId="286321821" sldId="295"/>
            <ac:spMk id="10" creationId="{74D99674-32B1-7290-1AF5-C2280013193C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A395729-5D50-2C4D-95D9-974D4E4DC88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BE3AFC8-EE20-6042-8C76-FC24A8E96F8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6262DC-A8A3-1549-8EA9-5DABDAD424E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7CBE16-5E04-4946-ADA7-A78EA697FC8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234EE7-D2D6-3F4A-9166-7E4A62C5524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F188-D669-134B-A343-DB8AEE932E0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1290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454D3-6550-3C44-9898-CAA080C68A3C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17708C-DBCE-ED45-89BF-BEEA60D6808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8245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593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737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F284-135D-404A-9056-7A2BAA3E2BD9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03074-315D-B042-BBDC-508ABD16116A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B186A-C642-3548-A097-DFACF8813BCE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953B-E05E-9947-8DB9-B34ABA766B4F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A980-4EB7-AA4F-8BB4-1FFD74DD6ECF}" type="datetime1">
              <a:rPr lang="fr-FR" smtClean="0"/>
              <a:t>24/08/2026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91F30-892C-C74A-9C9F-FC8F185951BB}" type="datetime1">
              <a:rPr lang="fr-FR" smtClean="0"/>
              <a:t>24/08/2026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F253A-ADBD-7648-B5BB-292588BDAA9B}" type="datetime1">
              <a:rPr lang="fr-FR" smtClean="0"/>
              <a:t>24/08/2026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0340F-9C92-F349-A654-0A8704170AE8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BEF6A-35BD-DF4A-B61C-C282AA331FCE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0D15E-287F-FB4E-A85B-D7EBDE161C16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152C5-DA17-224F-968D-B51187234900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7130D-ABED-E64F-B043-95AF89C786D2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svg"/><Relationship Id="rId4" Type="http://schemas.openxmlformats.org/officeDocument/2006/relationships/image" Target="../media/image6.svg"/><Relationship Id="rId5" Type="http://schemas.openxmlformats.org/officeDocument/2006/relationships/image" Target="../media/image7.sv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12.png"/><Relationship Id="rId7" Type="http://schemas.openxmlformats.org/officeDocument/2006/relationships/image" Target="../media/image2.png"/><Relationship Id="rId8" Type="http://schemas.openxmlformats.org/officeDocument/2006/relationships/image" Target="../media/image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.svg"/><Relationship Id="rId4" Type="http://schemas.openxmlformats.org/officeDocument/2006/relationships/image" Target="../media/image19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4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svg"/><Relationship Id="rId3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Relationship Id="rId8" Type="http://schemas.openxmlformats.org/officeDocument/2006/relationships/image" Target="../media/image34.svg"/><Relationship Id="rId9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e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36850">
            <a:off x="3464594" y="-2106755"/>
            <a:ext cx="10428060" cy="5579061"/>
            <a:chOff x="307878" y="1822428"/>
            <a:chExt cx="5555603" cy="4231668"/>
          </a:xfrm>
        </p:grpSpPr>
        <p:sp>
          <p:nvSpPr>
            <p:cNvPr id="3" name="Freeform 3"/>
            <p:cNvSpPr/>
            <p:nvPr/>
          </p:nvSpPr>
          <p:spPr>
            <a:xfrm rot="21463150">
              <a:off x="307878" y="1822428"/>
              <a:ext cx="5555603" cy="4231668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AutoShape 4"/>
          <p:cNvSpPr/>
          <p:nvPr/>
        </p:nvSpPr>
        <p:spPr>
          <a:xfrm>
            <a:off x="8024378" y="1840521"/>
            <a:ext cx="8579" cy="62392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6" name="Group 6"/>
          <p:cNvGrpSpPr/>
          <p:nvPr/>
        </p:nvGrpSpPr>
        <p:grpSpPr>
          <a:xfrm>
            <a:off x="13278902" y="643728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7" name="Freeform 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 t="14715" b="14715"/>
          <a:stretch>
            <a:fillRect/>
          </a:stretch>
        </p:blipFill>
        <p:spPr>
          <a:xfrm>
            <a:off x="-1" y="3290118"/>
            <a:ext cx="18288001" cy="4424105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503524" y="1984901"/>
            <a:ext cx="4086378" cy="335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en-US" sz="2199">
                <a:solidFill>
                  <a:srgbClr val="252629"/>
                </a:solidFill>
                <a:latin typeface="Noto Sans Bold"/>
              </a:rPr>
              <a:t>SOLUTIONS D'IMPRESSION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15539" y="495895"/>
            <a:ext cx="8663363" cy="1065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1"/>
              </a:lnSpc>
            </a:pPr>
            <a:r>
              <a:rPr lang="en-US" sz="6992" spc="-139" err="1">
                <a:solidFill>
                  <a:srgbClr val="252629"/>
                </a:solidFill>
                <a:latin typeface="Noto Sans"/>
              </a:rPr>
              <a:t>Offre</a:t>
            </a:r>
            <a:r>
              <a:rPr lang="en-US" sz="6992" spc="-13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6992" spc="-139" err="1">
                <a:solidFill>
                  <a:srgbClr val="252629"/>
                </a:solidFill>
                <a:latin typeface="Noto Sans"/>
              </a:rPr>
              <a:t>commerciale</a:t>
            </a:r>
            <a:endParaRPr lang="en-US" sz="6992" spc="-139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128627" y="1984901"/>
            <a:ext cx="167098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fr-FR" sz="2199">
                <a:solidFill>
                  <a:srgbClr val="252629"/>
                </a:solidFill>
                <a:latin typeface="Noto Sans Bold"/>
              </a:rPr>
              <a:t>{{DATE}}</a:t>
            </a:r>
            <a:endParaRPr lang="en-US" sz="2199">
              <a:solidFill>
                <a:srgbClr val="252629"/>
              </a:solidFill>
              <a:latin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841492" y="7987723"/>
            <a:ext cx="2774047" cy="1704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{{REP_PHONE}}</a:t>
            </a:r>
          </a:p>
          <a:p>
            <a:pPr algn="ctr"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{{REP_MOBILE}}</a:t>
            </a:r>
          </a:p>
          <a:p>
            <a:pPr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{{REP_EMAIL}}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972073" y="7987723"/>
            <a:ext cx="2602539" cy="1350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135 chemin des </a:t>
            </a:r>
            <a:r>
              <a:rPr lang="en-US" sz="1800" spc="-36" err="1">
                <a:solidFill>
                  <a:srgbClr val="252629"/>
                </a:solidFill>
                <a:latin typeface="Noto Sans"/>
              </a:rPr>
              <a:t>Bassins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94000 </a:t>
            </a:r>
            <a:r>
              <a:rPr lang="en-US" sz="1800" spc="-36" err="1">
                <a:solidFill>
                  <a:srgbClr val="252629"/>
                </a:solidFill>
                <a:latin typeface="Noto Sans"/>
              </a:rPr>
              <a:t>Créteil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www.levad.fr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9DD6FF8-F245-E743-AFF9-99F25A3E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09674" y="960338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7950267-DBD1-5174-3000-D141FDE1A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400" y="857137"/>
            <a:ext cx="2818424" cy="779564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9E623D52-8C46-3C24-19E0-7F0E5C05C215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3563490" y="1054265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18301" t="579" r="33239"/>
          <a:stretch>
            <a:fillRect/>
          </a:stretch>
        </p:blipFill>
        <p:spPr>
          <a:xfrm>
            <a:off x="12313844" y="1548747"/>
            <a:ext cx="6016469" cy="873825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30120" y="3094125"/>
            <a:ext cx="997160" cy="973478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543050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 err="1">
                <a:solidFill>
                  <a:srgbClr val="000000"/>
                </a:solidFill>
                <a:latin typeface="Noto Sans Bold"/>
              </a:rPr>
              <a:t>L'expertise</a:t>
            </a:r>
            <a:endParaRPr lang="en-US" sz="2400">
              <a:solidFill>
                <a:srgbClr val="000000"/>
              </a:solidFill>
              <a:latin typeface="Noto Sans Bold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6475479" y="3094125"/>
            <a:ext cx="968161" cy="103597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3550683" y="6794218"/>
            <a:ext cx="1066325" cy="1047664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 rot="-5400000">
            <a:off x="3049216" y="2545667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AutoShape 9"/>
          <p:cNvSpPr/>
          <p:nvPr/>
        </p:nvSpPr>
        <p:spPr>
          <a:xfrm rot="-5400000">
            <a:off x="9139191" y="2536049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/>
          </a:p>
        </p:txBody>
      </p:sp>
      <p:sp>
        <p:nvSpPr>
          <p:cNvPr id="10" name="AutoShape 10"/>
          <p:cNvSpPr/>
          <p:nvPr/>
        </p:nvSpPr>
        <p:spPr>
          <a:xfrm rot="-5400000">
            <a:off x="6748670" y="5851863"/>
            <a:ext cx="9584" cy="3970455"/>
          </a:xfrm>
          <a:prstGeom prst="rect">
            <a:avLst/>
          </a:prstGeom>
          <a:solidFill>
            <a:srgbClr val="D30000"/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Box 11"/>
          <p:cNvSpPr txBox="1"/>
          <p:nvPr/>
        </p:nvSpPr>
        <p:spPr>
          <a:xfrm>
            <a:off x="2160654" y="552407"/>
            <a:ext cx="8629650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Noto Sans Bold"/>
              </a:rPr>
              <a:t>LEVAD </a:t>
            </a:r>
            <a:r>
              <a:rPr lang="en-US" sz="3200" err="1">
                <a:solidFill>
                  <a:srgbClr val="000000"/>
                </a:solidFill>
                <a:latin typeface="Noto Sans Bold"/>
              </a:rPr>
              <a:t>s'inscrit</a:t>
            </a:r>
            <a:r>
              <a:rPr lang="en-US" sz="3200">
                <a:solidFill>
                  <a:srgbClr val="000000"/>
                </a:solidFill>
                <a:latin typeface="Noto Sans Bold"/>
              </a:rPr>
              <a:t> dans la durée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77651" y="1823902"/>
            <a:ext cx="9144000" cy="902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en-US" sz="1699" err="1">
                <a:solidFill>
                  <a:srgbClr val="252629"/>
                </a:solidFill>
                <a:latin typeface="Noto Sans"/>
              </a:rPr>
              <a:t>Depuis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>
                <a:solidFill>
                  <a:srgbClr val="252629"/>
                </a:solidFill>
                <a:latin typeface="Noto Sans Bold"/>
              </a:rPr>
              <a:t>plus de 15 </a:t>
            </a:r>
            <a:r>
              <a:rPr lang="en-US" sz="1699" err="1">
                <a:solidFill>
                  <a:srgbClr val="252629"/>
                </a:solidFill>
                <a:latin typeface="Noto Sans Bold"/>
              </a:rPr>
              <a:t>ans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,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volonté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est de vous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permettre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d'exercer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votre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activité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dans les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meilleures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coditions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. Afin de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répondre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au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mieux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aux exigences de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clientèle,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travail se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décompose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en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>
                <a:solidFill>
                  <a:srgbClr val="252629"/>
                </a:solidFill>
                <a:latin typeface="Noto Sans Bold"/>
              </a:rPr>
              <a:t>3 phases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bien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défénies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0120" y="4411621"/>
            <a:ext cx="4747163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Par le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biais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d'un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ou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plusieurs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rendez-vous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avec le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responsable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votre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entreprise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, nous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analysons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besoins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impression,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télécom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et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informatique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Cette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phase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est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primordiale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afin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pouvoir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répondre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au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mieux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à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attentes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17255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Noto Sans Bold"/>
              </a:rPr>
              <a:t>Solutions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57881" y="4255966"/>
            <a:ext cx="5572238" cy="2109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Dans le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cas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où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l'ingénieur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commercial est dans la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capacité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vous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offrir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des solutions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adéquation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avec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problématiques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dernier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reviendra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vers vous avec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une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solution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complète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Cette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dernière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comportera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des points techniques et financiers vous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permettant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comparer et de prendre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une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décision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8234" y="7317956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Noto Sans Bold"/>
              </a:rPr>
              <a:t>L'accompagnement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353082" y="8223226"/>
            <a:ext cx="5729978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Levad a fait le choix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d'accompagner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ses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clients vers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l'avenir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effet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besoins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peuvent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changer,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votre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matériel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peut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rencontrer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avaries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 Levad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grandit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un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suivi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personnalisé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pour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tous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ses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clients et ceci pendant toute la durée du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contrat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8" name="AutoShape 18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21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2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3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4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D691975-34BA-F74C-82F5-778DA8F4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3989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941ED5E0-A32C-2AE3-1428-B3D7417C7C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3" y="574568"/>
            <a:ext cx="1327327" cy="367133"/>
          </a:xfrm>
          <a:prstGeom prst="rect">
            <a:avLst/>
          </a:prstGeom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7086BAA0-3209-D29F-05A1-AE54D6E3971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>
          <a:xfrm>
            <a:off x="17558861" y="847463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3" name="TextBox 3"/>
          <p:cNvSpPr txBox="1"/>
          <p:nvPr/>
        </p:nvSpPr>
        <p:spPr>
          <a:xfrm>
            <a:off x="2315114" y="568505"/>
            <a:ext cx="10333902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REFERENCES ET PARTENAIRES: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3779726" y="9070750"/>
            <a:ext cx="2168839" cy="457489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81995" y="9096150"/>
            <a:ext cx="2524009" cy="562892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331220" y="9096150"/>
            <a:ext cx="1794950" cy="459053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762003" y="6916630"/>
            <a:ext cx="4406369" cy="468221"/>
            <a:chOff x="-3981" y="19050"/>
            <a:chExt cx="5875159" cy="62429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19050"/>
              <a:ext cx="5362015" cy="5321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84"/>
                </a:lnSpc>
              </a:pPr>
              <a:r>
                <a:rPr lang="en-US" sz="2713">
                  <a:solidFill>
                    <a:srgbClr val="000000"/>
                  </a:solidFill>
                  <a:latin typeface="Noto Sans Bold"/>
                </a:rPr>
                <a:t>NOS PARTENAIRES:</a:t>
              </a:r>
            </a:p>
          </p:txBody>
        </p:sp>
        <p:sp>
          <p:nvSpPr>
            <p:cNvPr id="21" name="AutoShape 21"/>
            <p:cNvSpPr/>
            <p:nvPr/>
          </p:nvSpPr>
          <p:spPr>
            <a:xfrm rot="-5400000">
              <a:off x="2929239" y="-2298597"/>
              <a:ext cx="12700" cy="5871179"/>
            </a:xfrm>
            <a:prstGeom prst="rect">
              <a:avLst/>
            </a:prstGeom>
            <a:solidFill>
              <a:srgbClr val="D30000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utoShape 21">
              <a:extLst>
                <a:ext uri="{FF2B5EF4-FFF2-40B4-BE49-F238E27FC236}">
                  <a16:creationId xmlns:a16="http://schemas.microsoft.com/office/drawing/2014/main" id="{280A0BE0-37BA-546D-E74D-A3C0864D07BE}"/>
                </a:ext>
              </a:extLst>
            </p:cNvPr>
            <p:cNvSpPr/>
            <p:nvPr/>
          </p:nvSpPr>
          <p:spPr>
            <a:xfrm rot="16200000">
              <a:off x="2925259" y="-2298596"/>
              <a:ext cx="12700" cy="5871179"/>
            </a:xfrm>
            <a:prstGeom prst="rect">
              <a:avLst/>
            </a:prstGeom>
            <a:solidFill>
              <a:srgbClr val="D30000"/>
            </a:solid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 l="1625" t="3960" r="1356" b="22981"/>
          <a:stretch>
            <a:fillRect/>
          </a:stretch>
        </p:blipFill>
        <p:spPr>
          <a:xfrm>
            <a:off x="337267" y="7632888"/>
            <a:ext cx="3175520" cy="2391279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17274273" y="985219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27" name="Freeform 2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63A5E4-8818-6143-A014-37EB9F355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46337" y="965904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3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BF5A3A6E-FA4F-1B1A-C1A9-5ABE6B23DA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274" y="7452038"/>
            <a:ext cx="2592718" cy="2524009"/>
          </a:xfrm>
          <a:prstGeom prst="rect">
            <a:avLst/>
          </a:prstGeom>
        </p:spPr>
      </p:pic>
      <p:pic>
        <p:nvPicPr>
          <p:cNvPr id="50" name="Image 49">
            <a:extLst>
              <a:ext uri="{FF2B5EF4-FFF2-40B4-BE49-F238E27FC236}">
                <a16:creationId xmlns:a16="http://schemas.microsoft.com/office/drawing/2014/main" id="{AA00E0AC-CBB5-6A04-8C57-159AB630F3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sp>
        <p:nvSpPr>
          <p:cNvPr id="24" name="TextBox 20">
            <a:extLst>
              <a:ext uri="{FF2B5EF4-FFF2-40B4-BE49-F238E27FC236}">
                <a16:creationId xmlns:a16="http://schemas.microsoft.com/office/drawing/2014/main" id="{C98436CF-BAF8-4B76-C1AE-2C336E9A1568}"/>
              </a:ext>
            </a:extLst>
          </p:cNvPr>
          <p:cNvSpPr txBox="1"/>
          <p:nvPr/>
        </p:nvSpPr>
        <p:spPr>
          <a:xfrm>
            <a:off x="829586" y="2512590"/>
            <a:ext cx="4021511" cy="399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4"/>
              </a:lnSpc>
            </a:pPr>
            <a:r>
              <a:rPr lang="en-US" sz="2713">
                <a:solidFill>
                  <a:srgbClr val="000000"/>
                </a:solidFill>
                <a:latin typeface="Noto Sans Bold"/>
              </a:rPr>
              <a:t>NOS REFERENCES:</a:t>
            </a:r>
          </a:p>
        </p:txBody>
      </p:sp>
      <p:sp>
        <p:nvSpPr>
          <p:cNvPr id="31" name="AutoShape 21">
            <a:extLst>
              <a:ext uri="{FF2B5EF4-FFF2-40B4-BE49-F238E27FC236}">
                <a16:creationId xmlns:a16="http://schemas.microsoft.com/office/drawing/2014/main" id="{90222F53-30A9-88D9-2CE9-D85958CB26A1}"/>
              </a:ext>
            </a:extLst>
          </p:cNvPr>
          <p:cNvSpPr/>
          <p:nvPr/>
        </p:nvSpPr>
        <p:spPr>
          <a:xfrm rot="16200000">
            <a:off x="3038971" y="859276"/>
            <a:ext cx="9525" cy="4403384"/>
          </a:xfrm>
          <a:prstGeom prst="rect">
            <a:avLst/>
          </a:prstGeom>
          <a:solidFill>
            <a:srgbClr val="D30000"/>
          </a:solidFill>
        </p:spPr>
        <p:txBody>
          <a:bodyPr/>
          <a:lstStyle/>
          <a:p>
            <a:endParaRPr lang="fr-FR"/>
          </a:p>
        </p:txBody>
      </p:sp>
      <p:pic>
        <p:nvPicPr>
          <p:cNvPr id="34" name="Picture 8">
            <a:extLst>
              <a:ext uri="{FF2B5EF4-FFF2-40B4-BE49-F238E27FC236}">
                <a16:creationId xmlns:a16="http://schemas.microsoft.com/office/drawing/2014/main" id="{04C2B313-6607-1C1F-6CBF-4E959242FDDC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1028700" y="2758561"/>
            <a:ext cx="16230600" cy="44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Paris, le </a:t>
            </a:r>
            <a:r>
              <a:rPr lang="fr-FR">
                <a:solidFill>
                  <a:srgbClr val="000000"/>
                </a:solidFill>
                <a:latin typeface="Noto Sans"/>
              </a:rPr>
              <a:t>{{DATE_LONG}}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{{CLIENT_CONTACT}}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Je vous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prie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trouver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ci-joint toute la documentation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liée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aux solutions impression,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complétée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nos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conditions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financières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Nous vous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remercions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l’intérêt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vous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manifestez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l’égard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notre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société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souhaitons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proposition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retienne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toute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votre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attention.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Nous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restons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votre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entière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disposition pour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répondre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toutes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questions. Nous vous prions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croire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l’expression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nos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salutations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distinguées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67507" y="4880704"/>
            <a:ext cx="5917025" cy="373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ctr">
              <a:lnSpc>
                <a:spcPts val="3079"/>
              </a:lnSpc>
              <a:buFont typeface="Wingdings" panose="05000000000000000000" pitchFamily="2" charset="2"/>
              <a:buChar char="Ø"/>
            </a:pPr>
            <a:r>
              <a:rPr lang="en-US" sz="2199" b="1" u="sng">
                <a:solidFill>
                  <a:srgbClr val="8C9D8D"/>
                </a:solidFill>
                <a:latin typeface="Noto Sans Bold"/>
              </a:rPr>
              <a:t>{{MACHINE_HEADLINE}}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173200" y="8140865"/>
            <a:ext cx="3505200" cy="15827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err="1">
                <a:solidFill>
                  <a:srgbClr val="000000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/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>
                <a:solidFill>
                  <a:srgbClr val="000000"/>
                </a:solidFill>
                <a:latin typeface="Noto Sans"/>
              </a:rPr>
              <a:t>{{REP_EMAIL}}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590304" y="1904919"/>
            <a:ext cx="4080272" cy="1477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000">
                <a:solidFill>
                  <a:srgbClr val="000000"/>
                </a:solidFill>
                <a:latin typeface="Noto Sans"/>
              </a:rPr>
              <a:t>{{CLIENT_NAME}}</a:t>
            </a:r>
          </a:p>
          <a:p>
            <a:pPr algn="ctr">
              <a:lnSpc>
                <a:spcPts val="2940"/>
              </a:lnSpc>
            </a:pPr>
            <a:r>
              <a:rPr lang="en-US" sz="2000">
                <a:solidFill>
                  <a:srgbClr val="000000"/>
                </a:solidFill>
                <a:latin typeface="Noto Sans"/>
              </a:rPr>
              <a:t>{{CLIENT_ADDR1}}</a:t>
            </a:r>
          </a:p>
          <a:p>
            <a:pPr algn="ctr">
              <a:lnSpc>
                <a:spcPts val="2940"/>
              </a:lnSpc>
            </a:pPr>
            <a:r>
              <a:rPr lang="en-US" sz="2000">
                <a:solidFill>
                  <a:srgbClr val="000000"/>
                </a:solidFill>
                <a:latin typeface="Noto Sans"/>
              </a:rPr>
              <a:t>{{CLIENT_ADDR2}}</a:t>
            </a:r>
            <a:endParaRPr lang="en-US" sz="2000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2940"/>
              </a:lnSpc>
              <a:spcBef>
                <a:spcPct val="0"/>
              </a:spcBef>
            </a:pPr>
            <a:endParaRPr lang="en-US" sz="1200">
              <a:solidFill>
                <a:srgbClr val="000000"/>
              </a:solidFill>
              <a:latin typeface="Noto Sans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6535" y="1026502"/>
            <a:ext cx="1009204" cy="1013727"/>
            <a:chOff x="14167" y="0"/>
            <a:chExt cx="6321665" cy="6350000"/>
          </a:xfrm>
          <a:solidFill>
            <a:srgbClr val="D5F9D3"/>
          </a:solidFill>
        </p:grpSpPr>
        <p:sp>
          <p:nvSpPr>
            <p:cNvPr id="12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15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794FD1-FA65-5A4D-8FDE-998F4AA9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3166" y="9659777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4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0DE8DB8-B842-6024-6EAF-B749E80C3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pic>
        <p:nvPicPr>
          <p:cNvPr id="14" name="Picture 8">
            <a:extLst>
              <a:ext uri="{FF2B5EF4-FFF2-40B4-BE49-F238E27FC236}">
                <a16:creationId xmlns:a16="http://schemas.microsoft.com/office/drawing/2014/main" id="{4AA9CB81-868B-102F-3E7F-EF5AD2BDC02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46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340673" y="69738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392928" y="7762615"/>
            <a:ext cx="993900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en-US" sz="5600">
                <a:solidFill>
                  <a:srgbClr val="000000"/>
                </a:solidFill>
                <a:latin typeface="Noto Sans"/>
              </a:rPr>
              <a:t>Notre gamme Classique N&amp;B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5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7594CDA-5217-AC3E-37ED-65F6760A5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40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 Monochrome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 monochrome par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système</a:t>
            </a:r>
            <a:r>
              <a:rPr lang="en-US">
                <a:solidFill>
                  <a:srgbClr val="000000"/>
                </a:solidFill>
                <a:latin typeface="Noto Sans"/>
              </a:rPr>
              <a:t> a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faisceau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en-US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ppp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Language de description : UFR II, PCL 6 &amp; Postscript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5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150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sortie.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1440/f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9774" y="1026501"/>
            <a:ext cx="1009204" cy="1013727"/>
            <a:chOff x="148592" y="12699"/>
            <a:chExt cx="1345605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148592" y="12699"/>
              <a:ext cx="1345605" cy="1351636"/>
              <a:chOff x="698087" y="59658"/>
              <a:chExt cx="6321668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698087" y="59658"/>
                <a:ext cx="6321668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573511" y="560080"/>
              <a:ext cx="581399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6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E121CC7-7CD6-6866-19B6-651CAB74F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973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43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 Monochrome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 monochrome par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système</a:t>
            </a:r>
            <a:r>
              <a:rPr lang="en-US">
                <a:solidFill>
                  <a:srgbClr val="000000"/>
                </a:solidFill>
                <a:latin typeface="Noto Sans"/>
              </a:rPr>
              <a:t> a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faisceau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en-US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ppp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Language de description : UFR II, PCL 6 &amp; Postscript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5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150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sortie.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1643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7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A7B8521-F3F0-604B-A695-84481257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698" y="3321826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25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8" y="263842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Advance DX 4945i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8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8D6B97E-AF72-A351-07B8-61FBF4FD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495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869431" y="3370494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55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699" y="2598969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6155i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9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C66233D-4E7D-9007-2A89-A5AD8DE747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92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514857" y="57920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743200" y="6540708"/>
            <a:ext cx="1333499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en-US" sz="5600">
                <a:solidFill>
                  <a:srgbClr val="000000"/>
                </a:solidFill>
                <a:latin typeface="Noto Sans"/>
              </a:rPr>
              <a:t>Notre gamme Classique N&amp;B &amp; Couleur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10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F53BEE6-5B5E-9684-4DE3-E6411DEF3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84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6436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en-US">
                <a:solidFill>
                  <a:srgbClr val="000000"/>
                </a:solidFill>
                <a:latin typeface="Noto Sans"/>
              </a:rPr>
              <a:t>33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pages par minute (A4) N&amp;B et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 Laser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en-US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ppp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cassette A4 de 250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7,1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150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sortie.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X C1333P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11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imprimante, Appareil électronique, intérieur&#10;&#10;Description générée automatiquement">
            <a:extLst>
              <a:ext uri="{FF2B5EF4-FFF2-40B4-BE49-F238E27FC236}">
                <a16:creationId xmlns:a16="http://schemas.microsoft.com/office/drawing/2014/main" id="{D978AEE1-CF29-0FFE-DE4B-729553867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1278" y="2652950"/>
            <a:ext cx="5927939" cy="592793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CB3AD74-6C81-163D-C848-56B2D282A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603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1836323" y="2835513"/>
            <a:ext cx="5657850" cy="5657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64706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3451662"/>
            <a:ext cx="9390006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en-US">
                <a:solidFill>
                  <a:srgbClr val="000000"/>
                </a:solidFill>
                <a:latin typeface="Noto Sans"/>
              </a:rPr>
              <a:t>33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pages par minute (A4)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document 1 Passe de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Numérisation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100 Images a la minute,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1 cassette A4 de 250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réseau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des pages blanches 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7,1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X C 1333i/if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40FA8DA-C3BD-FA4D-84C5-40C2C6D1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1611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12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9" name="Image 18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1A6AE721-F463-CBE1-6C50-599779740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284" y="2973240"/>
            <a:ext cx="5172280" cy="517228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9742C8C-A0D8-A53F-FCAF-3E01835C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5328EAF-3524-0E4F-9069-0F84F625097A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1028700" y="3365587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en-US">
                <a:solidFill>
                  <a:srgbClr val="000000"/>
                </a:solidFill>
                <a:latin typeface="Noto Sans"/>
              </a:rPr>
              <a:t>33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document 1 Passe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&amp;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en-US">
                <a:solidFill>
                  <a:srgbClr val="000000"/>
                </a:solidFill>
                <a:latin typeface="Noto Sans"/>
              </a:rPr>
              <a:t> de 3,5 Go de Ram,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194310" lvl="1"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C661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666900" y="2835513"/>
            <a:ext cx="4382237" cy="5559647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7CC901-AE96-1845-B731-4749B164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26328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13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F48F69-55EE-A54F-A73D-EE9C1791674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1623E6D0-D955-3143-A72E-6B9B4B5C9A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80B6C2-EE5C-FBE4-7924-E56F5F2A8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22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Advance DX C3922i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14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8415AE4-2458-AF66-85BD-5625B2BE9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53E27-CC12-9B3F-0D3E-83C9B1B5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DB87AAD4-FFEA-104D-C637-396F23B308E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67D2C8A-2DED-C2A0-4349-70A913D8FA1E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ADB08F87-425D-B2CC-D600-AA768FBE490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CD0AC30-5781-15B8-A3FD-8CE1F518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6BC1EDC3-6938-91B2-9863-FC9E2277C9A8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26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4D99674-32B1-7290-1AF5-C2280013193C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C3926i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01E8866-E842-E342-F8E2-887279EA35E9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80DEFC-8E2B-EF9B-CD70-72DC842548FA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FCAF9DF0-B8CD-0675-EA71-445D35007117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14E2D2A0-C56A-E354-A9C0-79C441702A97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FB875296-A0FF-E815-7704-A34E7D442DE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EF6F574-514B-3DE2-EFB9-3995A0BA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15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33130BD3-A734-CB54-C8A9-4752F836605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F2B75E69-1925-D3DF-A79A-34275816E1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948EC18-B711-470D-97A9-C8FE67865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1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0888-5C2A-F1B8-256A-66F6F0E3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F7A94576-61A8-0259-D512-78D953DD04E7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7810EA8-4F30-7B7C-EA4B-07A038B323EC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156051D-888F-BF11-815E-729C14D264B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130E0D29-B8EE-A03D-2054-C347A28CFC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FBBB8448-3D8A-25FE-24B3-E8178D271399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22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8C11EA7-C303-C2E9-75D2-1643F745E3F5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C3122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422699D-2445-D189-CC06-0023E8CA055C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C7636A1-5E87-D03A-717F-70BB73EB075E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CCAC4DBE-6612-7AF4-F288-B3D6032A48F4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4D8CCE73-5D79-05C4-E7ED-E14875AB0853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7C9B347C-60E9-0A67-5559-174E3E56C9E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08C7235-2905-5E68-7F4C-B349B1DB5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16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6D1897-0F89-EB67-31F5-179A51C58C84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5B0C11C0-6313-BC75-DB53-5A97A663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B930E0B-2C90-F182-E1F4-35AB87B13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539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40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513573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C5140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17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D1C46F5-3C89-ADF9-26BC-1439B0B961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590102F3-E1DF-AB4F-A0C0-3F3A319DF673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125200" y="3162766"/>
            <a:ext cx="7312865" cy="4653642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41084"/>
            <a:ext cx="10387833" cy="7075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: 65 pages par minute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1 passe de document de 200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Alimentation papier : 1 Plateau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et 2 cassettes A4/A3 de 550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By Pass de 250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: 2 400 x 2 400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ppp</a:t>
            </a:r>
            <a:endParaRPr lang="en-US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Language de description : UFR II, PCL 6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Postscript G1@E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de 50 Go de Ram &amp; Disque dur de 8 Go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Grammage des supports de 52 à 350g/m²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194310" lvl="1"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278065"/>
            <a:ext cx="7707856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 7165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E797DD-07C6-EB4C-A6CB-ACCDCCAA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7067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18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8E1923E-5757-6345-80D1-9BD51906641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350A89C6-C039-9F44-A134-91444515C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6893551-5CD6-77FB-7306-B659018F3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8A2C446D-4A40-6941-B532-7869A2F38EB9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7" name="Group 7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0" name="Picture 10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729396" y="3565189"/>
            <a:ext cx="6046240" cy="4702631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028700" y="3501887"/>
            <a:ext cx="11058128" cy="5917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Format: 36 pouces-formatA1 (241mm) A0  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des rouleaux: A3, A2 ,A1,A0 &amp;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48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Cutter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rotatif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Disque dur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Carte réseau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Calcul</a:t>
            </a:r>
            <a:r>
              <a:rPr lang="en-US">
                <a:solidFill>
                  <a:srgbClr val="000000"/>
                </a:solidFill>
                <a:latin typeface="Noto Sans"/>
              </a:rPr>
              <a:t> de la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gâche</a:t>
            </a:r>
            <a:r>
              <a:rPr lang="en-US">
                <a:solidFill>
                  <a:srgbClr val="000000"/>
                </a:solidFill>
                <a:latin typeface="Noto Sans"/>
              </a:rPr>
              <a:t> papier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Environ 2,5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fois</a:t>
            </a:r>
            <a:r>
              <a:rPr lang="en-US">
                <a:solidFill>
                  <a:srgbClr val="000000"/>
                </a:solidFill>
                <a:latin typeface="Noto Sans"/>
              </a:rPr>
              <a:t> et demi plus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rapide</a:t>
            </a:r>
            <a:r>
              <a:rPr lang="en-US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qu’HP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Carte PostScript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5 cartouches : noir, noir mat, cyan, magenta et jaune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1 socle</a:t>
            </a:r>
          </a:p>
          <a:p>
            <a:pPr>
              <a:lnSpc>
                <a:spcPts val="3924"/>
              </a:lnSpc>
            </a:pPr>
            <a:r>
              <a:rPr lang="en-US">
                <a:solidFill>
                  <a:srgbClr val="8C9D8D"/>
                </a:solidFill>
                <a:latin typeface="Noto Sans"/>
              </a:rPr>
              <a:t>Conforme au cahier des charges </a:t>
            </a:r>
            <a:r>
              <a:rPr lang="en-US" err="1">
                <a:solidFill>
                  <a:srgbClr val="8C9D8D"/>
                </a:solidFill>
                <a:latin typeface="Noto Sans"/>
              </a:rPr>
              <a:t>en</a:t>
            </a:r>
            <a:r>
              <a:rPr lang="en-US">
                <a:solidFill>
                  <a:srgbClr val="8C9D8D"/>
                </a:solidFill>
                <a:latin typeface="Noto Sans"/>
              </a:rPr>
              <a:t> tout point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BB0808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IPF TM 300 MFP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B901552-C3BF-0B44-9E37-2165FB641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53198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19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5E00FA80-6C44-EF4B-87AB-F39A4014F76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8EC3720-6CD1-B6FA-D354-A88B608D5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4514857" y="5986127"/>
            <a:ext cx="9983559" cy="2465052"/>
            <a:chOff x="0" y="0"/>
            <a:chExt cx="6350000" cy="6350000"/>
          </a:xfrm>
          <a:solidFill>
            <a:srgbClr val="8C9D8D"/>
          </a:solidFill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689043" y="6734803"/>
            <a:ext cx="9635189" cy="91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en-US" sz="5600">
                <a:solidFill>
                  <a:srgbClr val="000000"/>
                </a:solidFill>
                <a:latin typeface="Noto Sans"/>
              </a:rPr>
              <a:t>Notre gamme écologique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2" name="Picture 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6E5474-1CFA-6D46-8863-FC280303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845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20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9D6EA05-5F8F-3235-3AA4-55B33B209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0A613F1D-0993-484B-AA57-D2D8C26AD29C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458403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25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document 1 Passe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&amp;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en-US">
                <a:solidFill>
                  <a:srgbClr val="000000"/>
                </a:solidFill>
                <a:latin typeface="Noto Sans"/>
              </a:rPr>
              <a:t> de 3,5 Go de Ram,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677338"/>
            <a:ext cx="10553700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Advance C255i/256i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Reconditonné</a:t>
            </a:r>
            <a:endParaRPr lang="en-US" sz="2999" spc="-59">
              <a:solidFill>
                <a:srgbClr val="8C9D8D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8209F9A-368C-BD49-9623-DE0944907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66644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21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9E62FF0-F614-514C-811E-D04E74432FE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5994ED6-6EF1-374B-BE65-56734252F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D8B7DA84-21D0-B951-DFA3-EE8A7278D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7887" y="2846697"/>
            <a:ext cx="5632604" cy="565785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A358603-E339-E60E-1410-8E216AC27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E85A907C-0363-CA4A-8777-962D5EDDD72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460567"/>
            <a:ext cx="9203981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20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596644"/>
            <a:ext cx="8932515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 C3520i / 3720i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8E7B9B9-D4A8-0C40-A76C-49D2AFE5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0727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22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4E1E03A8-FFBE-9143-BBB0-C39C6072253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AB6252F-39A4-124E-AEDE-BA5D906C2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Téléphone mobile, Appareil de communication, Appareil de communications portable, Appareil mobile&#10;&#10;Description générée automatiquement">
            <a:extLst>
              <a:ext uri="{FF2B5EF4-FFF2-40B4-BE49-F238E27FC236}">
                <a16:creationId xmlns:a16="http://schemas.microsoft.com/office/drawing/2014/main" id="{EDA4E0AE-DFDA-14FF-480A-85AEB6F69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156" y="2547092"/>
            <a:ext cx="6383171" cy="638317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BF4C98-600A-1352-12AD-98A6E917C8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600BDA3-8E9E-B946-A44D-B2EAEA38C8C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912036" y="3473287"/>
            <a:ext cx="9715500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35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11465" y="2701762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 C5535i / 5735i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F440D28-F6D0-044B-9F7E-1B82D516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024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23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3CEAE0C-828F-6441-A303-9A7F74573E3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4AB6ECE-2685-8442-972E-5EDCC569DF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7C9D6092-A3E2-E29B-CA8D-8E72C4C96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710" y="3087525"/>
            <a:ext cx="5153825" cy="515382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D3F5D0E-005D-8281-474E-2735992E0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7824D14-66A9-7648-B00E-E862711856F5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41084"/>
            <a:ext cx="9406002" cy="6436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65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1 passe de document de 300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 de 1100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et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250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à</a:t>
            </a:r>
            <a:r>
              <a:rPr lang="en-US">
                <a:solidFill>
                  <a:srgbClr val="000000"/>
                </a:solidFill>
                <a:latin typeface="Noto Sans"/>
              </a:rPr>
              <a:t>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réseau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13573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 C7565i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82001" y="3332050"/>
            <a:ext cx="7046848" cy="4484358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BCEB8EC-A47B-124F-A084-18FD48C8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85108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24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2A569834-A8BE-CA49-8DDE-FA4906D6058A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60FC23E-85DC-A34A-81D1-980AC8BF7F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283D67B-E09B-335C-D507-C845C4BCA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5551438" y="2009694"/>
            <a:ext cx="7185124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SITUATION ACTUELLE € HT / {{PER_UNIT}}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77619" y="6167707"/>
            <a:ext cx="7181106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SOLUTION PROPOSEE € HT / {{PER_UNIT}}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grpSp>
        <p:nvGrpSpPr>
          <p:cNvPr id="109" name="Group 10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10" name="Group 1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12" name="Picture 1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104FC7-7394-3C4B-942F-08903C41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97407" y="9646746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26</a:t>
            </a:fld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13" name="Tableau 26">
            <a:extLst>
              <a:ext uri="{FF2B5EF4-FFF2-40B4-BE49-F238E27FC236}">
                <a16:creationId xmlns:a16="http://schemas.microsoft.com/office/drawing/2014/main" id="{23D1523C-3632-499B-9DE6-233C6AF525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4769603"/>
              </p:ext>
            </p:extLst>
          </p:nvPr>
        </p:nvGraphicFramePr>
        <p:xfrm>
          <a:off x="594201" y="2811439"/>
          <a:ext cx="17326174" cy="258698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50000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2090000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720685907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1907656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7910965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525498"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 Réel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Entretien / consommables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Machine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Abonnements et services</a:t>
                      </a:r>
                      <a:endParaRPr lang="fr-FR" b="0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Forfaits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CE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051173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13164"/>
                  </a:ext>
                </a:extLst>
              </a:tr>
              <a:tr h="573542"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{{SA_TYPE}}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{{SA_FIN}}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{{SA_LOYER}}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{{SA_PASS}}</a:t>
                      </a:r>
                      <a:endParaRPr lang="fr-FR" b="1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0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{{SA_TOTAL}}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graphicFrame>
        <p:nvGraphicFramePr>
          <p:cNvPr id="214" name="Tableau 26">
            <a:extLst>
              <a:ext uri="{FF2B5EF4-FFF2-40B4-BE49-F238E27FC236}">
                <a16:creationId xmlns:a16="http://schemas.microsoft.com/office/drawing/2014/main" id="{7F39C39E-90EC-43A5-B78F-BBC2ED516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594793"/>
              </p:ext>
            </p:extLst>
          </p:nvPr>
        </p:nvGraphicFramePr>
        <p:xfrm>
          <a:off x="594201" y="6942042"/>
          <a:ext cx="17326174" cy="263502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50000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2090000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720685907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1907656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7910965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573542"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 Réel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Entretien / consommables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Machine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Abonnements et services</a:t>
                      </a:r>
                      <a:endParaRPr lang="fr-FR" b="0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Forfaits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CE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051173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13164"/>
                  </a:ext>
                </a:extLst>
              </a:tr>
              <a:tr h="573542"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{{SP_TYPE}}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{{SP_FIN}}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{{SP_LOYER}}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{{SP_PASS}}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1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{{SP_TOTAL}}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pic>
        <p:nvPicPr>
          <p:cNvPr id="10" name="Image 9">
            <a:extLst>
              <a:ext uri="{FF2B5EF4-FFF2-40B4-BE49-F238E27FC236}">
                <a16:creationId xmlns:a16="http://schemas.microsoft.com/office/drawing/2014/main" id="{F5F8D836-18B7-DB03-EF50-28381E994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0692" y="2087854"/>
            <a:ext cx="6328307" cy="10305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Location financière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évolutive</a:t>
            </a:r>
            <a:endParaRPr lang="en-US" sz="2200" spc="-53">
              <a:solidFill>
                <a:srgbClr val="000000"/>
              </a:solidFill>
              <a:latin typeface="Noto Sans"/>
            </a:endParaRP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Durée : {{DUR_TRIM}} trimestres</a:t>
            </a: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Périodicité {{PER_ADJ}}, terme à échoir</a:t>
            </a:r>
            <a:endParaRPr lang="en-US" sz="2200" spc="-5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03987" y="5972450"/>
            <a:ext cx="6727537" cy="281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9"/>
              </a:lnSpc>
              <a:spcBef>
                <a:spcPct val="0"/>
              </a:spcBef>
            </a:pPr>
            <a:r>
              <a:rPr lang="en-US" sz="2159" spc="-43">
                <a:solidFill>
                  <a:srgbClr val="FFFFFF"/>
                </a:solidFill>
                <a:latin typeface="Noto Sans"/>
              </a:rPr>
              <a:t>55 €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23" name="Picture 23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FCB0E7D-2EB8-2E41-85A7-62ADAC92B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699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27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22486477-B37D-7F45-89BB-9C2C7668C390}"/>
              </a:ext>
            </a:extLst>
          </p:cNvPr>
          <p:cNvSpPr txBox="1"/>
          <p:nvPr/>
        </p:nvSpPr>
        <p:spPr>
          <a:xfrm>
            <a:off x="762000" y="7034497"/>
            <a:ext cx="17232909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ctr">
              <a:lnSpc>
                <a:spcPts val="2400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b="1" spc="-48">
                <a:solidFill>
                  <a:srgbClr val="8C9D8D"/>
                </a:solidFill>
                <a:latin typeface="Noto Sans"/>
              </a:rPr>
              <a:t>Dans le cadre de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cette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proposition,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ce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nouveau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contrat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annule et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remplace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le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précédent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sans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aucune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pénalité</a:t>
            </a:r>
            <a:endParaRPr lang="en-US" sz="2200" b="1" spc="-48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9" name="TextBox 9">
            <a:extLst>
              <a:ext uri="{FF2B5EF4-FFF2-40B4-BE49-F238E27FC236}">
                <a16:creationId xmlns:a16="http://schemas.microsoft.com/office/drawing/2014/main" id="{249545BA-1441-2E42-B93B-7EDCD6CC867B}"/>
              </a:ext>
            </a:extLst>
          </p:cNvPr>
          <p:cNvSpPr txBox="1"/>
          <p:nvPr/>
        </p:nvSpPr>
        <p:spPr>
          <a:xfrm>
            <a:off x="4953000" y="8012575"/>
            <a:ext cx="8543402" cy="20926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Livraison et installation</a:t>
            </a: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Mise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configuration sur réseau pour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tous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postes</a:t>
            </a:r>
            <a:endParaRPr lang="en-US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Formation aux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utilisateurs</a:t>
            </a:r>
            <a:endParaRPr lang="en-US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8C9D8D"/>
                </a:solidFill>
                <a:latin typeface="Noto Sans Bold"/>
              </a:rPr>
              <a:t>Prix de la prestation : </a:t>
            </a:r>
            <a:r>
              <a:rPr lang="en-US" sz="2200" strike="sngStrike" spc="-55">
                <a:solidFill>
                  <a:srgbClr val="8C9D8D"/>
                </a:solidFill>
                <a:latin typeface="Noto Sans Bold"/>
              </a:rPr>
              <a:t>515 €HT </a:t>
            </a:r>
            <a:r>
              <a:rPr lang="en-US" sz="2200" spc="-55">
                <a:solidFill>
                  <a:srgbClr val="8C9D8D"/>
                </a:solidFill>
                <a:latin typeface="Noto Sans Bold"/>
              </a:rPr>
              <a:t>= </a:t>
            </a:r>
            <a:r>
              <a:rPr lang="en-US" sz="2200" spc="-55" err="1">
                <a:solidFill>
                  <a:srgbClr val="8C9D8D"/>
                </a:solidFill>
                <a:latin typeface="Noto Sans Bold"/>
              </a:rPr>
              <a:t>Offerts</a:t>
            </a:r>
            <a:endParaRPr lang="en-US" sz="2200" spc="-55">
              <a:solidFill>
                <a:srgbClr val="8C9D8D"/>
              </a:solidFill>
              <a:latin typeface="Noto Sans Bold"/>
            </a:endParaRP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217A6064-E4D2-4B6C-9573-F403378DE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print">
            <a:duotone>
              <a:prstClr val="black"/>
              <a:srgbClr val="8C9D8D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827" y="3581545"/>
            <a:ext cx="7858339" cy="2902011"/>
          </a:xfrm>
          <a:prstGeom prst="rect">
            <a:avLst/>
          </a:prstGeom>
          <a:ln>
            <a:solidFill>
              <a:srgbClr val="8C9D8D"/>
            </a:solidFill>
          </a:ln>
        </p:spPr>
      </p:pic>
      <p:sp>
        <p:nvSpPr>
          <p:cNvPr id="42" name="TextBox 17">
            <a:extLst>
              <a:ext uri="{FF2B5EF4-FFF2-40B4-BE49-F238E27FC236}">
                <a16:creationId xmlns:a16="http://schemas.microsoft.com/office/drawing/2014/main" id="{21F5C48D-8E8E-4C78-8DB5-8AD0085650B4}"/>
              </a:ext>
            </a:extLst>
          </p:cNvPr>
          <p:cNvSpPr txBox="1"/>
          <p:nvPr/>
        </p:nvSpPr>
        <p:spPr>
          <a:xfrm>
            <a:off x="5214827" y="5334145"/>
            <a:ext cx="3624370" cy="92583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{{PROP_MACHINE_1}}</a:t>
            </a:r>
          </a:p>
        </p:txBody>
      </p:sp>
      <p:sp>
        <p:nvSpPr>
          <p:cNvPr id="43" name="TextBox 26">
            <a:extLst>
              <a:ext uri="{FF2B5EF4-FFF2-40B4-BE49-F238E27FC236}">
                <a16:creationId xmlns:a16="http://schemas.microsoft.com/office/drawing/2014/main" id="{4F05CC09-325F-467B-9F06-36C92A1D0E10}"/>
              </a:ext>
            </a:extLst>
          </p:cNvPr>
          <p:cNvSpPr txBox="1"/>
          <p:nvPr/>
        </p:nvSpPr>
        <p:spPr>
          <a:xfrm>
            <a:off x="9296397" y="5334145"/>
            <a:ext cx="3776769" cy="92583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Loyer {{PER_ADJ_MASC}}</a:t>
            </a:r>
          </a:p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{{PROP_LOYER_1}} € HT</a:t>
            </a:r>
            <a:endParaRPr lang="en-US" sz="2400" spc="-48">
              <a:solidFill>
                <a:schemeClr val="bg1"/>
              </a:solidFill>
              <a:latin typeface="Noto San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54A830A-A8C6-31A8-9E26-FC05A189B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13810" r="13810"/>
          <a:stretch>
            <a:fillRect/>
          </a:stretch>
        </p:blipFill>
        <p:spPr>
          <a:xfrm>
            <a:off x="0" y="1552414"/>
            <a:ext cx="6708966" cy="8734586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CONTRAT DE SERVICE 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931975" y="1906879"/>
            <a:ext cx="8720882" cy="519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69"/>
              </a:lnSpc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Le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contrat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 service maintenance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couvre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: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La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garantie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totale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pendant toute la durée du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contrat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 changement de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toutes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pièces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La main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d’œuvre</a:t>
            </a:r>
            <a:endParaRPr lang="en-US" sz="2199" spc="-43">
              <a:solidFill>
                <a:srgbClr val="000000"/>
              </a:solidFill>
              <a:latin typeface="Noto Sans"/>
            </a:endParaRP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déplacements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techniciens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dans un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délai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 4H Maximum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entretiens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et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visites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pré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-maintenance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remplacement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des tambours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La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fourniture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des toners noirs et couleurs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réceptacle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d’encre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usagée</a:t>
            </a:r>
            <a:endParaRPr lang="en-US" sz="2199" spc="-43">
              <a:solidFill>
                <a:srgbClr val="000000"/>
              </a:solidFill>
              <a:latin typeface="Noto Sans"/>
            </a:endParaRP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L’assistance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technique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téléphonique</a:t>
            </a:r>
            <a:endParaRPr lang="en-US" sz="2199" spc="-4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620000" y="7568076"/>
            <a:ext cx="9143999" cy="1048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spc="-55" err="1">
                <a:solidFill>
                  <a:srgbClr val="8C9D8D"/>
                </a:solidFill>
                <a:latin typeface="Noto Sans Bold"/>
              </a:rPr>
              <a:t> Coût Copie N&amp;B {{PROP_MACHINE_1}} : {{SUM_CC_NB}} € HT</a:t>
            </a:r>
          </a:p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spc="-55" err="1">
                <a:solidFill>
                  <a:srgbClr val="8C9D8D"/>
                </a:solidFill>
                <a:latin typeface="Noto Sans Bold"/>
              </a:rPr>
              <a:t> Coût Copie Couleur {{PROP_MACHINE_1}} : {{SUM_CC_COUL}} € HT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C26C7FDA-7EA9-EC47-A50B-1D699CF9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155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28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7DA8600-810A-F56F-D372-84EF47285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794434" y="9209081"/>
            <a:ext cx="2464866" cy="514541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9" name="Picture 9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826372" y="2223094"/>
            <a:ext cx="836047" cy="857484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679330" y="5960694"/>
            <a:ext cx="1084416" cy="905487"/>
          </a:xfrm>
          <a:prstGeom prst="rect">
            <a:avLst/>
          </a:prstGeom>
        </p:spPr>
      </p:pic>
      <p:grpSp>
        <p:nvGrpSpPr>
          <p:cNvPr id="11" name="Group 11"/>
          <p:cNvGrpSpPr/>
          <p:nvPr/>
        </p:nvGrpSpPr>
        <p:grpSpPr>
          <a:xfrm>
            <a:off x="845011" y="4038412"/>
            <a:ext cx="817409" cy="952790"/>
            <a:chOff x="0" y="0"/>
            <a:chExt cx="1089878" cy="127038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581907" cy="929192"/>
            </a:xfrm>
            <a:prstGeom prst="rect">
              <a:avLst/>
            </a:prstGeom>
          </p:spPr>
        </p:pic>
        <p:pic>
          <p:nvPicPr>
            <p:cNvPr id="13" name="Picture 13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407489" y="587998"/>
              <a:ext cx="682389" cy="682389"/>
            </a:xfrm>
            <a:prstGeom prst="rect">
              <a:avLst/>
            </a:prstGeom>
          </p:spPr>
        </p:pic>
      </p:grpSp>
      <p:grpSp>
        <p:nvGrpSpPr>
          <p:cNvPr id="14" name="Group 14"/>
          <p:cNvGrpSpPr/>
          <p:nvPr/>
        </p:nvGrpSpPr>
        <p:grpSpPr>
          <a:xfrm>
            <a:off x="812834" y="7738297"/>
            <a:ext cx="1130131" cy="841973"/>
            <a:chOff x="0" y="0"/>
            <a:chExt cx="1506842" cy="1122630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>
              <a:off x="0" y="325129"/>
              <a:ext cx="1139288" cy="797501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856584" y="0"/>
              <a:ext cx="650257" cy="650257"/>
            </a:xfrm>
            <a:prstGeom prst="rect">
              <a:avLst/>
            </a:prstGeom>
          </p:spPr>
        </p:pic>
      </p:grpSp>
      <p:sp>
        <p:nvSpPr>
          <p:cNvPr id="18" name="TextBox 1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2354769" y="655052"/>
            <a:ext cx="13265445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LA SÉCURITÉ AU COEUR DES ÉQUIPEMENTS CANON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88579" y="1819264"/>
            <a:ext cx="3431977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Sécurité des documents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06761" y="3817447"/>
            <a:ext cx="5577185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Protection de la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propriété</a:t>
            </a:r>
            <a:r>
              <a:rPr lang="en-US" sz="2400">
                <a:solidFill>
                  <a:srgbClr val="8C9D8D"/>
                </a:solidFill>
                <a:latin typeface="Noto Sans"/>
              </a:rPr>
              <a:t>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intellectuelle</a:t>
            </a:r>
            <a:endParaRPr lang="en-US" sz="2400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2860090" y="5556864"/>
            <a:ext cx="3142059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Sécurité des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appareils</a:t>
            </a:r>
            <a:endParaRPr lang="en-US" sz="2400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886805" y="7345743"/>
            <a:ext cx="3235523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Sécurité du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disque</a:t>
            </a:r>
            <a:r>
              <a:rPr lang="en-US" sz="2400">
                <a:solidFill>
                  <a:srgbClr val="8C9D8D"/>
                </a:solidFill>
                <a:latin typeface="Noto Sans"/>
              </a:rPr>
              <a:t> dur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44219" y="7968745"/>
            <a:ext cx="15154627" cy="119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Le disque dur interne de l'appareil </a:t>
            </a:r>
            <a:r>
              <a:rPr lang="en-US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en-US" sz="1700">
                <a:solidFill>
                  <a:srgbClr val="000000"/>
                </a:solidFill>
                <a:latin typeface="Noto Sans"/>
              </a:rPr>
              <a:t>peut être protégé par deux fonctionnalités de sécurité importantes: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Fichiers cryptés dès leurs création, afin d'éviter tout accès non autorisé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Une fonction d'écrasement de l'image peut être définie pour effacer automatiquement les données résiduelles en les remplacant par des valeurs aléatoires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54769" y="608990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Vous pouvez apporter un niveau de sécurité supplémentaire aux appareils bureautiques </a:t>
            </a:r>
            <a:r>
              <a:rPr lang="en-US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en-US" sz="1700">
                <a:solidFill>
                  <a:srgbClr val="000000"/>
                </a:solidFill>
                <a:latin typeface="Noto Sans"/>
              </a:rPr>
              <a:t>grâce au rejet des télécopies et courriers électroniques indésirables : permet aux utilisateurs d'accepter ou de rejeter automatiquement des courriers électroniques et télécopies en fonction de leur origines.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54769" y="432265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Afin de protéger votre savoir-faire, il est possible de définir un ensemble de mots à proscrire de vos impressions, numérisations et copies. Si un collaborateur tente d'effectuer une de ces actions sur un document contenant ces mots-clés, celle-ci sera bloquée et une alerte sera envoyée à l'utilisateurs désigné.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96783" y="2289551"/>
            <a:ext cx="15202063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Les appareils multifonctions </a:t>
            </a:r>
            <a:r>
              <a:rPr lang="en-US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en-US" sz="1700">
                <a:solidFill>
                  <a:srgbClr val="000000"/>
                </a:solidFill>
                <a:latin typeface="Noto Sans"/>
              </a:rPr>
              <a:t>protègent les documents confidentiels grâce à la solution de "libération".  L'utilisateur est identifié lors de l'envoi d'un travail d'impression qui reste stocké jusqu'à ce que celui-ci s'authentifie sur le périphérique à l'aide de son code personnel ou badge, pour récupérer son document. Ceci évite de laisser des documents sensibles à la vue de tous dans le magasin de sortie.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19BA4C7-7763-E540-A1F5-107B6558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29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BCE3CD9B-8737-8DB9-2581-8DB03EC5E5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20212" r="30981"/>
          <a:stretch>
            <a:fillRect/>
          </a:stretch>
        </p:blipFill>
        <p:spPr>
          <a:xfrm>
            <a:off x="11886638" y="1542890"/>
            <a:ext cx="6401362" cy="874411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1373267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VOTRE CONTRAT CANON E-MAINTENANCE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2327602" y="4647926"/>
            <a:ext cx="7517457" cy="281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Réduisez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les temps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d’administration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toute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simplicité</a:t>
            </a:r>
            <a:endParaRPr lang="en-US" sz="2299" spc="-4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Optimisez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le temps de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disponibilité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périphériques</a:t>
            </a:r>
            <a:endParaRPr lang="en-US" sz="2299" spc="-4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Améliorez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la gestion du toner</a:t>
            </a:r>
          </a:p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Créez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des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profils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d’utilisation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des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périphériques</a:t>
            </a:r>
            <a:endParaRPr lang="en-US" sz="2299" spc="-45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253536" y="3648072"/>
            <a:ext cx="5890464" cy="3457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  <a:spcBef>
                <a:spcPct val="0"/>
              </a:spcBef>
            </a:pPr>
            <a:r>
              <a:rPr lang="en-US" sz="2700" spc="-54">
                <a:solidFill>
                  <a:srgbClr val="8C9D8D"/>
                </a:solidFill>
                <a:latin typeface="Noto Sans Bold"/>
              </a:rPr>
              <a:t>Service E-Maintenance : {{EMAINT_VAL}}</a:t>
            </a:r>
            <a:endParaRPr lang="en-US" sz="2700" spc="-54">
              <a:solidFill>
                <a:srgbClr val="8C9D8D"/>
              </a:solidFill>
              <a:latin typeface="Noto Sans Bold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6F3365-395D-CC4F-BD4D-C4D32681F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82778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30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2652B10-A77E-F3AE-BFA2-402C4C20C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BON POUR ACCORD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1028700" y="5076825"/>
            <a:ext cx="16923041" cy="2018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13"/>
              </a:lnSpc>
            </a:pPr>
            <a:endParaRPr/>
          </a:p>
          <a:p>
            <a:pPr>
              <a:lnSpc>
                <a:spcPts val="3213"/>
              </a:lnSpc>
            </a:pPr>
            <a:r>
              <a:rPr lang="en-US" sz="2100" spc="-42">
                <a:solidFill>
                  <a:srgbClr val="000000"/>
                </a:solidFill>
                <a:latin typeface="Noto Sans"/>
              </a:rPr>
              <a:t> Durée de la maintenance : 5 ans en cas d’achat pour un matériel neuf ou calé sur la durée du leasing en cas de location.</a:t>
            </a:r>
          </a:p>
          <a:p>
            <a:pPr>
              <a:lnSpc>
                <a:spcPts val="3213"/>
              </a:lnSpc>
            </a:pPr>
            <a:endParaRPr lang="en-US" sz="2100" spc="-42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213"/>
              </a:lnSpc>
            </a:pPr>
            <a:r>
              <a:rPr lang="en-US" sz="2100" spc="-42">
                <a:solidFill>
                  <a:srgbClr val="000000"/>
                </a:solidFill>
                <a:latin typeface="Noto Sans"/>
              </a:rPr>
              <a:t> Ce document vous engage à respecter les conditions inscrites ci-dessus mais il ne remplace en aucun cas les contrats de maintenance, de commande et de leasing que vous signerez avec votre commercial avant la livraison du matériel.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1492" y="8310969"/>
            <a:ext cx="2640843" cy="1399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{{REP_NAME}}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en-US" spc="-36" err="1">
                <a:solidFill>
                  <a:srgbClr val="252629"/>
                </a:solidFill>
                <a:latin typeface="Noto Sans"/>
              </a:rPr>
              <a:t>{{REP_TITLE}}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16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{{REP_EMAIL}}</a:t>
            </a:r>
          </a:p>
          <a:p>
            <a:pPr>
              <a:lnSpc>
                <a:spcPts val="2160"/>
              </a:lnSpc>
            </a:pPr>
            <a:endParaRPr lang="en-US" sz="1800" spc="-36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34993" y="2664369"/>
            <a:ext cx="7388601" cy="22496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Valeur {{PER_ADJ_CAP}} : {{SUM_VALEUR}}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Durée du leasing : {{DUR_TRIM}} Trimestres</a:t>
            </a:r>
            <a:endParaRPr lang="en-US" sz="2300" spc="-46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588"/>
              </a:lnSpc>
            </a:pPr>
            <a:endParaRPr lang="en-US" sz="2300" spc="-46">
              <a:solidFill>
                <a:srgbClr val="000000"/>
              </a:solidFill>
              <a:latin typeface="Noto Sans"/>
            </a:endParaRP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Coût à la page en Noir et Blanc : {{SUM_CC_NB}}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Coût à la page en Couleur : {{SUM_CC_COUL}} € HT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50240" y="8310969"/>
            <a:ext cx="4572000" cy="1828800"/>
          </a:xfrm>
          <a:prstGeom prst="rect">
            <a:avLst/>
          </a:prstGeom>
          <a:ln w="19050">
            <a:solidFill>
              <a:srgbClr val="2F5233"/>
            </a:solidFill>
          </a:ln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sz="1400" spc="-28">
                <a:solidFill>
                  <a:srgbClr val="000000"/>
                </a:solidFill>
                <a:latin typeface="Noto Sans"/>
              </a:rPr>
              <a:t>Date, Cachet et Signature</a:t>
            </a:r>
          </a:p>
          <a:p>
            <a:pPr algn="ctr">
              <a:lnSpc>
                <a:spcPts val="2184"/>
              </a:lnSpc>
            </a:pPr>
            <a:r>
              <a:rPr lang="en-US" sz="1400" spc="-28">
                <a:solidFill>
                  <a:srgbClr val="000000"/>
                </a:solidFill>
                <a:latin typeface="Noto Sans"/>
              </a:rPr>
              <a:t>précédés de la mention</a:t>
            </a:r>
          </a:p>
          <a:p>
            <a:pPr algn="ctr">
              <a:lnSpc>
                <a:spcPts val="2184"/>
              </a:lnSpc>
            </a:pPr>
            <a:r>
              <a:rPr lang="en-US" sz="1400" spc="-28">
                <a:solidFill>
                  <a:srgbClr val="000000"/>
                </a:solidFill>
                <a:latin typeface="Noto Sans"/>
              </a:rPr>
              <a:t>« bon pour accord »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F2BD40-F521-C44C-BD88-FEB6AD4F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133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31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63793F51-4A4B-1F32-8650-C9BB9FD1B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8ee2bc7-17cf-4f11-b068-1f0338edc318" xsi:nil="true"/>
    <lcf76f155ced4ddcb4097134ff3c332f xmlns="e1504883-0506-4411-b681-6abe3cb501d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E7894C5C1BAD49AC482B507C809032" ma:contentTypeVersion="10" ma:contentTypeDescription="Crée un document." ma:contentTypeScope="" ma:versionID="29e7a999773aae6369614e051fd97c77">
  <xsd:schema xmlns:xsd="http://www.w3.org/2001/XMLSchema" xmlns:xs="http://www.w3.org/2001/XMLSchema" xmlns:p="http://schemas.microsoft.com/office/2006/metadata/properties" xmlns:ns2="e1504883-0506-4411-b681-6abe3cb501df" xmlns:ns3="a8ee2bc7-17cf-4f11-b068-1f0338edc318" targetNamespace="http://schemas.microsoft.com/office/2006/metadata/properties" ma:root="true" ma:fieldsID="4d4305b9eecd9ead4ef3ab7232b58bc6" ns2:_="" ns3:_="">
    <xsd:import namespace="e1504883-0506-4411-b681-6abe3cb501df"/>
    <xsd:import namespace="a8ee2bc7-17cf-4f11-b068-1f0338edc3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504883-0506-4411-b681-6abe3cb501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f9c7c25f-9ca6-4bcd-8883-d67dffae79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ee2bc7-17cf-4f11-b068-1f0338edc31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1333dfb-82bb-4497-b20a-c7a387482b6b}" ma:internalName="TaxCatchAll" ma:showField="CatchAllData" ma:web="a8ee2bc7-17cf-4f11-b068-1f0338edc3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7C6906-4A8D-4D06-BA2B-431251A9A289}">
  <ds:schemaRefs>
    <ds:schemaRef ds:uri="a8ee2bc7-17cf-4f11-b068-1f0338edc318"/>
    <ds:schemaRef ds:uri="e1504883-0506-4411-b681-6abe3cb501df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361676-D707-4132-B74C-73FA6DAF86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00658B-FE10-4487-AF46-A85D984A5B6C}">
  <ds:schemaRefs>
    <ds:schemaRef ds:uri="a8ee2bc7-17cf-4f11-b068-1f0338edc318"/>
    <ds:schemaRef ds:uri="e1504883-0506-4411-b681-6abe3cb501d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3373</Words>
  <Application>Microsoft Office PowerPoint</Application>
  <PresentationFormat>Personnalisé</PresentationFormat>
  <Paragraphs>482</Paragraphs>
  <Slides>31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4" baseType="lpstr">
      <vt:lpstr>Noto Sans</vt:lpstr>
      <vt:lpstr>Noto Sans 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 offre commerciale</dc:title>
  <dc:creator>Lea Ferat</dc:creator>
  <cp:lastModifiedBy>Mei SOURIGNANH</cp:lastModifiedBy>
  <cp:revision>1</cp:revision>
  <cp:lastPrinted>2023-11-18T21:18:04Z</cp:lastPrinted>
  <dcterms:created xsi:type="dcterms:W3CDTF">2006-08-16T00:00:00Z</dcterms:created>
  <dcterms:modified xsi:type="dcterms:W3CDTF">2026-08-24T13:56:16Z</dcterms:modified>
  <dc:identifier>DAEwcahrAs4</dc:identifier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0x010100ABE7894C5C1BAD49AC482B507C809032</vt:lpwstr>
  </property>
  <property fmtid="{D5CDD505-2E9C-101B-9397-08002B2CF9AE}" pid="3" name="MediaServiceImageTags">
    <vt:lpwstr/>
  </property>
</Properties>
</file>